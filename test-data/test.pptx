
<file path=[Content_Types].xml><?xml version="1.0" encoding="utf-8"?>
<Types xmlns="http://schemas.openxmlformats.org/package/2006/content-types">
  <Default Extension="bin" ContentType="application/vnd.openxmlformats-officedocument.oleObject"/>
  <Default Extension="fntdata" ContentType="application/x-fontdata"/>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63" r:id="rId1"/>
    <p:sldMasterId id="2147483659" r:id="rId2"/>
  </p:sldMasterIdLst>
  <p:notesMasterIdLst>
    <p:notesMasterId r:id="rId8"/>
  </p:notesMasterIdLst>
  <p:handoutMasterIdLst>
    <p:handoutMasterId r:id="rId9"/>
  </p:handoutMasterIdLst>
  <p:sldIdLst>
    <p:sldId id="471" r:id="rId3"/>
    <p:sldId id="324" r:id="rId4"/>
    <p:sldId id="389" r:id="rId5"/>
    <p:sldId id="1090" r:id="rId6"/>
    <p:sldId id="1130" r:id="rId7"/>
  </p:sldIdLst>
  <p:sldSz cx="9144000" cy="6858000" type="screen4x3"/>
  <p:notesSz cx="6858000" cy="9144000"/>
  <p:embeddedFontLst>
    <p:embeddedFont>
      <p:font typeface="Verdana" panose="020B0604030504040204" pitchFamily="34" charset="0"/>
      <p:regular r:id="rId10"/>
      <p:bold r:id="rId11"/>
      <p:italic r:id="rId12"/>
      <p:boldItalic r:id="rId1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4065" userDrawn="1">
          <p15:clr>
            <a:srgbClr val="A4A3A4"/>
          </p15:clr>
        </p15:guide>
        <p15:guide id="2" pos="272" userDrawn="1">
          <p15:clr>
            <a:srgbClr val="A4A3A4"/>
          </p15:clr>
        </p15:guide>
        <p15:guide id="3" pos="5465" userDrawn="1">
          <p15:clr>
            <a:srgbClr val="A4A3A4"/>
          </p15:clr>
        </p15:guide>
        <p15:guide id="4" orient="horz" pos="391" userDrawn="1">
          <p15:clr>
            <a:srgbClr val="A4A3A4"/>
          </p15:clr>
        </p15:guide>
        <p15:guide id="6" orient="horz" pos="2160" userDrawn="1">
          <p15:clr>
            <a:srgbClr val="A4A3A4"/>
          </p15:clr>
        </p15:guide>
        <p15:guide id="7" orient="horz" pos="822" userDrawn="1">
          <p15:clr>
            <a:srgbClr val="A4A3A4"/>
          </p15:clr>
        </p15:guide>
        <p15:guide id="8" orient="horz" pos="1117"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Author" initials="A" lastIdx="0" clrIdx="7"/>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EAE4"/>
    <a:srgbClr val="007FA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0F9630F-82C1-40B7-BC3A-925EFCFF5E92}">
  <a:tblStyle styleId="{40F9630F-82C1-40B7-BC3A-925EFCFF5E92}" styleName="Table_0">
    <a:wholeTbl>
      <a:tcTxStyle b="off" i="off">
        <a:font>
          <a:latin typeface="Arial"/>
          <a:ea typeface="Arial"/>
          <a:cs typeface="Arial"/>
        </a:font>
        <a:schemeClr val="dk1"/>
      </a:tcTxStyle>
      <a:tcStyle>
        <a:tcBdr>
          <a:left>
            <a:ln w="9525" cap="flat" cmpd="sng">
              <a:solidFill>
                <a:srgbClr val="000000">
                  <a:alpha val="0"/>
                </a:srgbClr>
              </a:solidFill>
              <a:prstDash val="solid"/>
              <a:round/>
              <a:headEnd type="none" w="med" len="med"/>
              <a:tailEnd type="none" w="med" len="med"/>
            </a:ln>
          </a:left>
          <a:right>
            <a:ln w="9525" cap="flat" cmpd="sng">
              <a:solidFill>
                <a:srgbClr val="000000">
                  <a:alpha val="0"/>
                </a:srgbClr>
              </a:solidFill>
              <a:prstDash val="solid"/>
              <a:round/>
              <a:headEnd type="none" w="med" len="med"/>
              <a:tailEnd type="none" w="med" len="med"/>
            </a:ln>
          </a:right>
          <a:top>
            <a:ln w="12700" cap="flat" cmpd="sng">
              <a:solidFill>
                <a:schemeClr val="accent1"/>
              </a:solidFill>
              <a:prstDash val="solid"/>
              <a:round/>
              <a:headEnd type="none" w="med" len="med"/>
              <a:tailEnd type="none" w="med" len="med"/>
            </a:ln>
          </a:top>
          <a:bottom>
            <a:ln w="12700" cap="flat" cmpd="sng">
              <a:solidFill>
                <a:schemeClr val="accent1"/>
              </a:solidFill>
              <a:prstDash val="solid"/>
              <a:round/>
              <a:headEnd type="none" w="med" len="med"/>
              <a:tailEnd type="none" w="med" len="med"/>
            </a:ln>
          </a:bottom>
          <a:insideH>
            <a:ln w="9525" cap="flat" cmpd="sng">
              <a:solidFill>
                <a:srgbClr val="000000">
                  <a:alpha val="0"/>
                </a:srgbClr>
              </a:solidFill>
              <a:prstDash val="solid"/>
              <a:round/>
              <a:headEnd type="none" w="med" len="med"/>
              <a:tailEnd type="none" w="med" len="med"/>
            </a:ln>
          </a:insideH>
          <a:insideV>
            <a:ln w="9525" cap="flat" cmpd="sng">
              <a:solidFill>
                <a:srgbClr val="000000">
                  <a:alpha val="0"/>
                </a:srgbClr>
              </a:solidFill>
              <a:prstDash val="solid"/>
              <a:round/>
              <a:headEnd type="none" w="med" len="med"/>
              <a:tailEnd type="none" w="med" len="med"/>
            </a:ln>
          </a:insideV>
        </a:tcBdr>
        <a:fill>
          <a:solidFill>
            <a:srgbClr val="FFFFFF">
              <a:alpha val="0"/>
            </a:srgbClr>
          </a:solid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i="off"/>
      <a:tcStyle>
        <a:tcBdr/>
      </a:tcStyle>
    </a:lastCol>
    <a:firstCol>
      <a:tcTxStyle b="on" i="off"/>
      <a:tcStyle>
        <a:tcBdr/>
      </a:tcStyle>
    </a:firstCol>
    <a:lastRow>
      <a:tcTxStyle b="on" i="off"/>
      <a:tcStyle>
        <a:tcBdr>
          <a:top>
            <a:ln w="12700" cap="flat" cmpd="sng">
              <a:solidFill>
                <a:schemeClr val="accent1"/>
              </a:solidFill>
              <a:prstDash val="solid"/>
              <a:round/>
              <a:headEnd type="none" w="med" len="med"/>
              <a:tailEnd type="none" w="med" len="med"/>
            </a:ln>
          </a:top>
        </a:tcBdr>
        <a:fill>
          <a:solidFill>
            <a:srgbClr val="FFFFFF">
              <a:alpha val="0"/>
            </a:srgbClr>
          </a:solidFill>
        </a:fill>
      </a:tcStyle>
    </a:lastRow>
    <a:firstRow>
      <a:tcTxStyle b="on" i="off"/>
      <a:tcStyle>
        <a:tcBdr>
          <a:bottom>
            <a:ln w="12700" cap="flat" cmpd="sng">
              <a:solidFill>
                <a:schemeClr val="accent1"/>
              </a:solidFill>
              <a:prstDash val="solid"/>
              <a:round/>
              <a:headEnd type="none" w="med" len="med"/>
              <a:tailEnd type="none" w="med" len="med"/>
            </a:ln>
          </a:bottom>
        </a:tcBdr>
        <a:fill>
          <a:solidFill>
            <a:srgbClr val="FFFFFF">
              <a:alpha val="0"/>
            </a:srgb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363" autoAdjust="0"/>
    <p:restoredTop sz="79601" autoAdjust="0"/>
  </p:normalViewPr>
  <p:slideViewPr>
    <p:cSldViewPr snapToGrid="0" snapToObjects="1">
      <p:cViewPr varScale="1">
        <p:scale>
          <a:sx n="88" d="100"/>
          <a:sy n="88" d="100"/>
        </p:scale>
        <p:origin x="2346" y="84"/>
      </p:cViewPr>
      <p:guideLst>
        <p:guide orient="horz" pos="4065"/>
        <p:guide pos="272"/>
        <p:guide pos="5465"/>
        <p:guide orient="horz" pos="391"/>
        <p:guide orient="horz" pos="2160"/>
        <p:guide orient="horz" pos="822"/>
        <p:guide orient="horz" pos="1117"/>
      </p:guideLst>
    </p:cSldViewPr>
  </p:slideViewPr>
  <p:outlineViewPr>
    <p:cViewPr>
      <p:scale>
        <a:sx n="33" d="100"/>
        <a:sy n="33" d="100"/>
      </p:scale>
      <p:origin x="0" y="-108798"/>
    </p:cViewPr>
  </p:outlineViewPr>
  <p:notesTextViewPr>
    <p:cViewPr>
      <p:scale>
        <a:sx n="3" d="2"/>
        <a:sy n="3" d="2"/>
      </p:scale>
      <p:origin x="0" y="0"/>
    </p:cViewPr>
  </p:notesTextViewPr>
  <p:sorterViewPr>
    <p:cViewPr>
      <p:scale>
        <a:sx n="100" d="100"/>
        <a:sy n="100" d="100"/>
      </p:scale>
      <p:origin x="0" y="-3346"/>
    </p:cViewPr>
  </p:sorterViewPr>
  <p:notesViewPr>
    <p:cSldViewPr snapToGrid="0" snapToObjects="1">
      <p:cViewPr varScale="1">
        <p:scale>
          <a:sx n="68" d="100"/>
          <a:sy n="68" d="100"/>
        </p:scale>
        <p:origin x="306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font" Target="fonts/font4.fntdata"/><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font" Target="fonts/font3.fntdata"/><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2.fntdata"/><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font" Target="fonts/font1.fntdata"/><Relationship Id="rId19"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handoutMaster" Target="handoutMasters/handoutMaster1.xml"/><Relationship Id="rId14"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yler Hostetter" userId="5b8c5ebae3fb9c60" providerId="LiveId" clId="{E72C2050-1AE1-4949-9100-82F1C7C5C826}"/>
    <pc:docChg chg="undo custSel addSld delSld">
      <pc:chgData name="Tyler Hostetter" userId="5b8c5ebae3fb9c60" providerId="LiveId" clId="{E72C2050-1AE1-4949-9100-82F1C7C5C826}" dt="2026-10-13T15:32:46.716" v="2" actId="47"/>
      <pc:docMkLst>
        <pc:docMk/>
      </pc:docMkLst>
      <pc:sldChg chg="add del">
        <pc:chgData name="Tyler Hostetter" userId="5b8c5ebae3fb9c60" providerId="LiveId" clId="{E72C2050-1AE1-4949-9100-82F1C7C5C826}" dt="2026-10-13T15:32:46.716" v="2" actId="47"/>
        <pc:sldMkLst>
          <pc:docMk/>
          <pc:sldMk cId="0" sldId="298"/>
        </pc:sldMkLst>
      </pc:sldChg>
      <pc:sldChg chg="add del">
        <pc:chgData name="Tyler Hostetter" userId="5b8c5ebae3fb9c60" providerId="LiveId" clId="{E72C2050-1AE1-4949-9100-82F1C7C5C826}" dt="2026-10-13T15:32:37.526" v="1" actId="47"/>
        <pc:sldMkLst>
          <pc:docMk/>
          <pc:sldMk cId="3388916075" sldId="332"/>
        </pc:sldMkLst>
      </pc:sldChg>
      <pc:sldChg chg="add del">
        <pc:chgData name="Tyler Hostetter" userId="5b8c5ebae3fb9c60" providerId="LiveId" clId="{E72C2050-1AE1-4949-9100-82F1C7C5C826}" dt="2026-10-13T15:32:46.716" v="2" actId="47"/>
        <pc:sldMkLst>
          <pc:docMk/>
          <pc:sldMk cId="3606452822" sldId="379"/>
        </pc:sldMkLst>
      </pc:sldChg>
      <pc:sldChg chg="add del">
        <pc:chgData name="Tyler Hostetter" userId="5b8c5ebae3fb9c60" providerId="LiveId" clId="{E72C2050-1AE1-4949-9100-82F1C7C5C826}" dt="2026-10-13T15:32:37.526" v="1" actId="47"/>
        <pc:sldMkLst>
          <pc:docMk/>
          <pc:sldMk cId="3870162002" sldId="389"/>
        </pc:sldMkLst>
      </pc:sldChg>
      <pc:sldChg chg="add del">
        <pc:chgData name="Tyler Hostetter" userId="5b8c5ebae3fb9c60" providerId="LiveId" clId="{E72C2050-1AE1-4949-9100-82F1C7C5C826}" dt="2026-10-13T15:32:46.716" v="2" actId="47"/>
        <pc:sldMkLst>
          <pc:docMk/>
          <pc:sldMk cId="3914125408" sldId="489"/>
        </pc:sldMkLst>
      </pc:sldChg>
      <pc:sldChg chg="add del">
        <pc:chgData name="Tyler Hostetter" userId="5b8c5ebae3fb9c60" providerId="LiveId" clId="{E72C2050-1AE1-4949-9100-82F1C7C5C826}" dt="2026-10-13T15:32:46.716" v="2" actId="47"/>
        <pc:sldMkLst>
          <pc:docMk/>
          <pc:sldMk cId="4249472761" sldId="749"/>
        </pc:sldMkLst>
      </pc:sldChg>
      <pc:sldChg chg="add del">
        <pc:chgData name="Tyler Hostetter" userId="5b8c5ebae3fb9c60" providerId="LiveId" clId="{E72C2050-1AE1-4949-9100-82F1C7C5C826}" dt="2026-10-13T15:32:37.526" v="1" actId="47"/>
        <pc:sldMkLst>
          <pc:docMk/>
          <pc:sldMk cId="1437332569" sldId="822"/>
        </pc:sldMkLst>
      </pc:sldChg>
      <pc:sldChg chg="add del">
        <pc:chgData name="Tyler Hostetter" userId="5b8c5ebae3fb9c60" providerId="LiveId" clId="{E72C2050-1AE1-4949-9100-82F1C7C5C826}" dt="2026-10-13T15:32:37.526" v="1" actId="47"/>
        <pc:sldMkLst>
          <pc:docMk/>
          <pc:sldMk cId="1691533453" sldId="1090"/>
        </pc:sldMkLst>
      </pc:sldChg>
      <pc:sldChg chg="add del">
        <pc:chgData name="Tyler Hostetter" userId="5b8c5ebae3fb9c60" providerId="LiveId" clId="{E72C2050-1AE1-4949-9100-82F1C7C5C826}" dt="2026-10-13T15:32:46.716" v="2" actId="47"/>
        <pc:sldMkLst>
          <pc:docMk/>
          <pc:sldMk cId="4176376776" sldId="1091"/>
        </pc:sldMkLst>
      </pc:sldChg>
      <pc:sldChg chg="add del">
        <pc:chgData name="Tyler Hostetter" userId="5b8c5ebae3fb9c60" providerId="LiveId" clId="{E72C2050-1AE1-4949-9100-82F1C7C5C826}" dt="2026-10-13T15:32:46.716" v="2" actId="47"/>
        <pc:sldMkLst>
          <pc:docMk/>
          <pc:sldMk cId="1254182126" sldId="1092"/>
        </pc:sldMkLst>
      </pc:sldChg>
      <pc:sldChg chg="add del">
        <pc:chgData name="Tyler Hostetter" userId="5b8c5ebae3fb9c60" providerId="LiveId" clId="{E72C2050-1AE1-4949-9100-82F1C7C5C826}" dt="2026-10-13T15:32:46.716" v="2" actId="47"/>
        <pc:sldMkLst>
          <pc:docMk/>
          <pc:sldMk cId="1997620848" sldId="1093"/>
        </pc:sldMkLst>
      </pc:sldChg>
      <pc:sldChg chg="add del">
        <pc:chgData name="Tyler Hostetter" userId="5b8c5ebae3fb9c60" providerId="LiveId" clId="{E72C2050-1AE1-4949-9100-82F1C7C5C826}" dt="2026-10-13T15:32:46.716" v="2" actId="47"/>
        <pc:sldMkLst>
          <pc:docMk/>
          <pc:sldMk cId="316449659" sldId="1094"/>
        </pc:sldMkLst>
      </pc:sldChg>
      <pc:sldChg chg="add del">
        <pc:chgData name="Tyler Hostetter" userId="5b8c5ebae3fb9c60" providerId="LiveId" clId="{E72C2050-1AE1-4949-9100-82F1C7C5C826}" dt="2026-10-13T15:32:46.716" v="2" actId="47"/>
        <pc:sldMkLst>
          <pc:docMk/>
          <pc:sldMk cId="3139822100" sldId="1095"/>
        </pc:sldMkLst>
      </pc:sldChg>
      <pc:sldChg chg="add del">
        <pc:chgData name="Tyler Hostetter" userId="5b8c5ebae3fb9c60" providerId="LiveId" clId="{E72C2050-1AE1-4949-9100-82F1C7C5C826}" dt="2026-10-13T15:32:46.716" v="2" actId="47"/>
        <pc:sldMkLst>
          <pc:docMk/>
          <pc:sldMk cId="2896090047" sldId="1096"/>
        </pc:sldMkLst>
      </pc:sldChg>
      <pc:sldChg chg="add del">
        <pc:chgData name="Tyler Hostetter" userId="5b8c5ebae3fb9c60" providerId="LiveId" clId="{E72C2050-1AE1-4949-9100-82F1C7C5C826}" dt="2026-10-13T15:32:46.716" v="2" actId="47"/>
        <pc:sldMkLst>
          <pc:docMk/>
          <pc:sldMk cId="200884461" sldId="1097"/>
        </pc:sldMkLst>
      </pc:sldChg>
      <pc:sldChg chg="add del">
        <pc:chgData name="Tyler Hostetter" userId="5b8c5ebae3fb9c60" providerId="LiveId" clId="{E72C2050-1AE1-4949-9100-82F1C7C5C826}" dt="2026-10-13T15:32:46.716" v="2" actId="47"/>
        <pc:sldMkLst>
          <pc:docMk/>
          <pc:sldMk cId="2385224320" sldId="1098"/>
        </pc:sldMkLst>
      </pc:sldChg>
      <pc:sldChg chg="add del">
        <pc:chgData name="Tyler Hostetter" userId="5b8c5ebae3fb9c60" providerId="LiveId" clId="{E72C2050-1AE1-4949-9100-82F1C7C5C826}" dt="2026-10-13T15:32:46.716" v="2" actId="47"/>
        <pc:sldMkLst>
          <pc:docMk/>
          <pc:sldMk cId="3350619075" sldId="1099"/>
        </pc:sldMkLst>
      </pc:sldChg>
      <pc:sldChg chg="add del">
        <pc:chgData name="Tyler Hostetter" userId="5b8c5ebae3fb9c60" providerId="LiveId" clId="{E72C2050-1AE1-4949-9100-82F1C7C5C826}" dt="2026-10-13T15:32:46.716" v="2" actId="47"/>
        <pc:sldMkLst>
          <pc:docMk/>
          <pc:sldMk cId="4255120908" sldId="1100"/>
        </pc:sldMkLst>
      </pc:sldChg>
      <pc:sldChg chg="add del">
        <pc:chgData name="Tyler Hostetter" userId="5b8c5ebae3fb9c60" providerId="LiveId" clId="{E72C2050-1AE1-4949-9100-82F1C7C5C826}" dt="2026-10-13T15:32:46.716" v="2" actId="47"/>
        <pc:sldMkLst>
          <pc:docMk/>
          <pc:sldMk cId="379463041" sldId="1101"/>
        </pc:sldMkLst>
      </pc:sldChg>
      <pc:sldChg chg="add del">
        <pc:chgData name="Tyler Hostetter" userId="5b8c5ebae3fb9c60" providerId="LiveId" clId="{E72C2050-1AE1-4949-9100-82F1C7C5C826}" dt="2026-10-13T15:32:46.716" v="2" actId="47"/>
        <pc:sldMkLst>
          <pc:docMk/>
          <pc:sldMk cId="3117498618" sldId="1102"/>
        </pc:sldMkLst>
      </pc:sldChg>
      <pc:sldChg chg="add del">
        <pc:chgData name="Tyler Hostetter" userId="5b8c5ebae3fb9c60" providerId="LiveId" clId="{E72C2050-1AE1-4949-9100-82F1C7C5C826}" dt="2026-10-13T15:32:46.716" v="2" actId="47"/>
        <pc:sldMkLst>
          <pc:docMk/>
          <pc:sldMk cId="2042197375" sldId="1103"/>
        </pc:sldMkLst>
      </pc:sldChg>
      <pc:sldChg chg="add del">
        <pc:chgData name="Tyler Hostetter" userId="5b8c5ebae3fb9c60" providerId="LiveId" clId="{E72C2050-1AE1-4949-9100-82F1C7C5C826}" dt="2026-10-13T15:32:46.716" v="2" actId="47"/>
        <pc:sldMkLst>
          <pc:docMk/>
          <pc:sldMk cId="3446354887" sldId="1104"/>
        </pc:sldMkLst>
      </pc:sldChg>
      <pc:sldChg chg="add del">
        <pc:chgData name="Tyler Hostetter" userId="5b8c5ebae3fb9c60" providerId="LiveId" clId="{E72C2050-1AE1-4949-9100-82F1C7C5C826}" dt="2026-10-13T15:32:46.716" v="2" actId="47"/>
        <pc:sldMkLst>
          <pc:docMk/>
          <pc:sldMk cId="1139664038" sldId="1105"/>
        </pc:sldMkLst>
      </pc:sldChg>
      <pc:sldChg chg="add del">
        <pc:chgData name="Tyler Hostetter" userId="5b8c5ebae3fb9c60" providerId="LiveId" clId="{E72C2050-1AE1-4949-9100-82F1C7C5C826}" dt="2026-10-13T15:32:46.716" v="2" actId="47"/>
        <pc:sldMkLst>
          <pc:docMk/>
          <pc:sldMk cId="919955747" sldId="1106"/>
        </pc:sldMkLst>
      </pc:sldChg>
      <pc:sldChg chg="add del">
        <pc:chgData name="Tyler Hostetter" userId="5b8c5ebae3fb9c60" providerId="LiveId" clId="{E72C2050-1AE1-4949-9100-82F1C7C5C826}" dt="2026-10-13T15:32:46.716" v="2" actId="47"/>
        <pc:sldMkLst>
          <pc:docMk/>
          <pc:sldMk cId="118155675" sldId="1107"/>
        </pc:sldMkLst>
      </pc:sldChg>
      <pc:sldChg chg="add del">
        <pc:chgData name="Tyler Hostetter" userId="5b8c5ebae3fb9c60" providerId="LiveId" clId="{E72C2050-1AE1-4949-9100-82F1C7C5C826}" dt="2026-10-13T15:32:46.716" v="2" actId="47"/>
        <pc:sldMkLst>
          <pc:docMk/>
          <pc:sldMk cId="3832599545" sldId="1108"/>
        </pc:sldMkLst>
      </pc:sldChg>
      <pc:sldChg chg="add del">
        <pc:chgData name="Tyler Hostetter" userId="5b8c5ebae3fb9c60" providerId="LiveId" clId="{E72C2050-1AE1-4949-9100-82F1C7C5C826}" dt="2026-10-13T15:32:46.716" v="2" actId="47"/>
        <pc:sldMkLst>
          <pc:docMk/>
          <pc:sldMk cId="475445297" sldId="1109"/>
        </pc:sldMkLst>
      </pc:sldChg>
      <pc:sldChg chg="add del">
        <pc:chgData name="Tyler Hostetter" userId="5b8c5ebae3fb9c60" providerId="LiveId" clId="{E72C2050-1AE1-4949-9100-82F1C7C5C826}" dt="2026-10-13T15:32:46.716" v="2" actId="47"/>
        <pc:sldMkLst>
          <pc:docMk/>
          <pc:sldMk cId="346421819" sldId="1110"/>
        </pc:sldMkLst>
      </pc:sldChg>
      <pc:sldChg chg="add del">
        <pc:chgData name="Tyler Hostetter" userId="5b8c5ebae3fb9c60" providerId="LiveId" clId="{E72C2050-1AE1-4949-9100-82F1C7C5C826}" dt="2026-10-13T15:32:46.716" v="2" actId="47"/>
        <pc:sldMkLst>
          <pc:docMk/>
          <pc:sldMk cId="2885914272" sldId="1111"/>
        </pc:sldMkLst>
      </pc:sldChg>
      <pc:sldChg chg="add del">
        <pc:chgData name="Tyler Hostetter" userId="5b8c5ebae3fb9c60" providerId="LiveId" clId="{E72C2050-1AE1-4949-9100-82F1C7C5C826}" dt="2026-10-13T15:32:46.716" v="2" actId="47"/>
        <pc:sldMkLst>
          <pc:docMk/>
          <pc:sldMk cId="4159421645" sldId="1112"/>
        </pc:sldMkLst>
      </pc:sldChg>
      <pc:sldChg chg="add del">
        <pc:chgData name="Tyler Hostetter" userId="5b8c5ebae3fb9c60" providerId="LiveId" clId="{E72C2050-1AE1-4949-9100-82F1C7C5C826}" dt="2026-10-13T15:32:46.716" v="2" actId="47"/>
        <pc:sldMkLst>
          <pc:docMk/>
          <pc:sldMk cId="631049485" sldId="1113"/>
        </pc:sldMkLst>
      </pc:sldChg>
      <pc:sldChg chg="add del">
        <pc:chgData name="Tyler Hostetter" userId="5b8c5ebae3fb9c60" providerId="LiveId" clId="{E72C2050-1AE1-4949-9100-82F1C7C5C826}" dt="2026-10-13T15:32:46.716" v="2" actId="47"/>
        <pc:sldMkLst>
          <pc:docMk/>
          <pc:sldMk cId="62507754" sldId="1114"/>
        </pc:sldMkLst>
      </pc:sldChg>
      <pc:sldChg chg="add del">
        <pc:chgData name="Tyler Hostetter" userId="5b8c5ebae3fb9c60" providerId="LiveId" clId="{E72C2050-1AE1-4949-9100-82F1C7C5C826}" dt="2026-10-13T15:32:46.716" v="2" actId="47"/>
        <pc:sldMkLst>
          <pc:docMk/>
          <pc:sldMk cId="1151656623" sldId="1115"/>
        </pc:sldMkLst>
      </pc:sldChg>
      <pc:sldChg chg="add del">
        <pc:chgData name="Tyler Hostetter" userId="5b8c5ebae3fb9c60" providerId="LiveId" clId="{E72C2050-1AE1-4949-9100-82F1C7C5C826}" dt="2026-10-13T15:32:46.716" v="2" actId="47"/>
        <pc:sldMkLst>
          <pc:docMk/>
          <pc:sldMk cId="1032306701" sldId="1116"/>
        </pc:sldMkLst>
      </pc:sldChg>
      <pc:sldChg chg="add del">
        <pc:chgData name="Tyler Hostetter" userId="5b8c5ebae3fb9c60" providerId="LiveId" clId="{E72C2050-1AE1-4949-9100-82F1C7C5C826}" dt="2026-10-13T15:32:46.716" v="2" actId="47"/>
        <pc:sldMkLst>
          <pc:docMk/>
          <pc:sldMk cId="1209060107" sldId="1117"/>
        </pc:sldMkLst>
      </pc:sldChg>
      <pc:sldChg chg="add del">
        <pc:chgData name="Tyler Hostetter" userId="5b8c5ebae3fb9c60" providerId="LiveId" clId="{E72C2050-1AE1-4949-9100-82F1C7C5C826}" dt="2026-10-13T15:32:46.716" v="2" actId="47"/>
        <pc:sldMkLst>
          <pc:docMk/>
          <pc:sldMk cId="2580199125" sldId="1118"/>
        </pc:sldMkLst>
      </pc:sldChg>
      <pc:sldChg chg="add del">
        <pc:chgData name="Tyler Hostetter" userId="5b8c5ebae3fb9c60" providerId="LiveId" clId="{E72C2050-1AE1-4949-9100-82F1C7C5C826}" dt="2026-10-13T15:32:46.716" v="2" actId="47"/>
        <pc:sldMkLst>
          <pc:docMk/>
          <pc:sldMk cId="2818751772" sldId="1119"/>
        </pc:sldMkLst>
      </pc:sldChg>
      <pc:sldChg chg="add del">
        <pc:chgData name="Tyler Hostetter" userId="5b8c5ebae3fb9c60" providerId="LiveId" clId="{E72C2050-1AE1-4949-9100-82F1C7C5C826}" dt="2026-10-13T15:32:46.716" v="2" actId="47"/>
        <pc:sldMkLst>
          <pc:docMk/>
          <pc:sldMk cId="282027151" sldId="1120"/>
        </pc:sldMkLst>
      </pc:sldChg>
      <pc:sldChg chg="add del">
        <pc:chgData name="Tyler Hostetter" userId="5b8c5ebae3fb9c60" providerId="LiveId" clId="{E72C2050-1AE1-4949-9100-82F1C7C5C826}" dt="2026-10-13T15:32:46.716" v="2" actId="47"/>
        <pc:sldMkLst>
          <pc:docMk/>
          <pc:sldMk cId="3419004885" sldId="1121"/>
        </pc:sldMkLst>
      </pc:sldChg>
      <pc:sldChg chg="add del">
        <pc:chgData name="Tyler Hostetter" userId="5b8c5ebae3fb9c60" providerId="LiveId" clId="{E72C2050-1AE1-4949-9100-82F1C7C5C826}" dt="2026-10-13T15:32:46.716" v="2" actId="47"/>
        <pc:sldMkLst>
          <pc:docMk/>
          <pc:sldMk cId="807717465" sldId="1122"/>
        </pc:sldMkLst>
      </pc:sldChg>
      <pc:sldChg chg="add del">
        <pc:chgData name="Tyler Hostetter" userId="5b8c5ebae3fb9c60" providerId="LiveId" clId="{E72C2050-1AE1-4949-9100-82F1C7C5C826}" dt="2026-10-13T15:32:46.716" v="2" actId="47"/>
        <pc:sldMkLst>
          <pc:docMk/>
          <pc:sldMk cId="3786499846" sldId="1123"/>
        </pc:sldMkLst>
      </pc:sldChg>
      <pc:sldChg chg="add del">
        <pc:chgData name="Tyler Hostetter" userId="5b8c5ebae3fb9c60" providerId="LiveId" clId="{E72C2050-1AE1-4949-9100-82F1C7C5C826}" dt="2026-10-13T15:32:46.716" v="2" actId="47"/>
        <pc:sldMkLst>
          <pc:docMk/>
          <pc:sldMk cId="977975141" sldId="1124"/>
        </pc:sldMkLst>
      </pc:sldChg>
      <pc:sldChg chg="add del">
        <pc:chgData name="Tyler Hostetter" userId="5b8c5ebae3fb9c60" providerId="LiveId" clId="{E72C2050-1AE1-4949-9100-82F1C7C5C826}" dt="2026-10-13T15:32:46.716" v="2" actId="47"/>
        <pc:sldMkLst>
          <pc:docMk/>
          <pc:sldMk cId="4279213117" sldId="1126"/>
        </pc:sldMkLst>
      </pc:sldChg>
      <pc:sldChg chg="add del">
        <pc:chgData name="Tyler Hostetter" userId="5b8c5ebae3fb9c60" providerId="LiveId" clId="{E72C2050-1AE1-4949-9100-82F1C7C5C826}" dt="2026-10-13T15:32:46.716" v="2" actId="47"/>
        <pc:sldMkLst>
          <pc:docMk/>
          <pc:sldMk cId="226127507" sldId="1127"/>
        </pc:sldMkLst>
      </pc:sldChg>
      <pc:sldChg chg="add del">
        <pc:chgData name="Tyler Hostetter" userId="5b8c5ebae3fb9c60" providerId="LiveId" clId="{E72C2050-1AE1-4949-9100-82F1C7C5C826}" dt="2026-10-13T15:32:46.716" v="2" actId="47"/>
        <pc:sldMkLst>
          <pc:docMk/>
          <pc:sldMk cId="395010230" sldId="1128"/>
        </pc:sldMkLst>
      </pc:sldChg>
      <pc:sldChg chg="add del">
        <pc:chgData name="Tyler Hostetter" userId="5b8c5ebae3fb9c60" providerId="LiveId" clId="{E72C2050-1AE1-4949-9100-82F1C7C5C826}" dt="2026-10-13T15:32:46.716" v="2" actId="47"/>
        <pc:sldMkLst>
          <pc:docMk/>
          <pc:sldMk cId="1841538420" sldId="1129"/>
        </pc:sldMkLst>
      </pc:sldChg>
      <pc:sldChg chg="add del">
        <pc:chgData name="Tyler Hostetter" userId="5b8c5ebae3fb9c60" providerId="LiveId" clId="{E72C2050-1AE1-4949-9100-82F1C7C5C826}" dt="2026-10-13T15:32:46.716" v="2" actId="47"/>
        <pc:sldMkLst>
          <pc:docMk/>
          <pc:sldMk cId="726214766" sldId="1130"/>
        </pc:sldMkLst>
      </pc:sldChg>
      <pc:sldChg chg="add del">
        <pc:chgData name="Tyler Hostetter" userId="5b8c5ebae3fb9c60" providerId="LiveId" clId="{E72C2050-1AE1-4949-9100-82F1C7C5C826}" dt="2026-10-13T15:32:46.716" v="2" actId="47"/>
        <pc:sldMkLst>
          <pc:docMk/>
          <pc:sldMk cId="1373116032" sldId="1131"/>
        </pc:sldMkLst>
      </pc:sldChg>
      <pc:sldChg chg="add del">
        <pc:chgData name="Tyler Hostetter" userId="5b8c5ebae3fb9c60" providerId="LiveId" clId="{E72C2050-1AE1-4949-9100-82F1C7C5C826}" dt="2026-10-13T15:32:46.716" v="2" actId="47"/>
        <pc:sldMkLst>
          <pc:docMk/>
          <pc:sldMk cId="105204821" sldId="1132"/>
        </pc:sldMkLst>
      </pc:sldChg>
      <pc:sldChg chg="add del">
        <pc:chgData name="Tyler Hostetter" userId="5b8c5ebae3fb9c60" providerId="LiveId" clId="{E72C2050-1AE1-4949-9100-82F1C7C5C826}" dt="2026-10-13T15:32:46.716" v="2" actId="47"/>
        <pc:sldMkLst>
          <pc:docMk/>
          <pc:sldMk cId="321052790" sldId="1133"/>
        </pc:sldMkLst>
      </pc:sldChg>
      <pc:sldChg chg="add del">
        <pc:chgData name="Tyler Hostetter" userId="5b8c5ebae3fb9c60" providerId="LiveId" clId="{E72C2050-1AE1-4949-9100-82F1C7C5C826}" dt="2026-10-13T15:32:46.716" v="2" actId="47"/>
        <pc:sldMkLst>
          <pc:docMk/>
          <pc:sldMk cId="3149438621" sldId="1134"/>
        </pc:sldMkLst>
      </pc:sldChg>
      <pc:sldChg chg="add del">
        <pc:chgData name="Tyler Hostetter" userId="5b8c5ebae3fb9c60" providerId="LiveId" clId="{E72C2050-1AE1-4949-9100-82F1C7C5C826}" dt="2026-10-13T15:32:46.716" v="2" actId="47"/>
        <pc:sldMkLst>
          <pc:docMk/>
          <pc:sldMk cId="3807337662" sldId="1135"/>
        </pc:sldMkLst>
      </pc:sldChg>
      <pc:sldChg chg="add del">
        <pc:chgData name="Tyler Hostetter" userId="5b8c5ebae3fb9c60" providerId="LiveId" clId="{E72C2050-1AE1-4949-9100-82F1C7C5C826}" dt="2026-10-13T15:32:46.716" v="2" actId="47"/>
        <pc:sldMkLst>
          <pc:docMk/>
          <pc:sldMk cId="1746503241" sldId="1138"/>
        </pc:sldMkLst>
      </pc:sldChg>
      <pc:sldChg chg="add del">
        <pc:chgData name="Tyler Hostetter" userId="5b8c5ebae3fb9c60" providerId="LiveId" clId="{E72C2050-1AE1-4949-9100-82F1C7C5C826}" dt="2026-10-13T15:32:46.716" v="2" actId="47"/>
        <pc:sldMkLst>
          <pc:docMk/>
          <pc:sldMk cId="2656042601" sldId="1139"/>
        </pc:sldMkLst>
      </pc:sldChg>
      <pc:sldChg chg="add del">
        <pc:chgData name="Tyler Hostetter" userId="5b8c5ebae3fb9c60" providerId="LiveId" clId="{E72C2050-1AE1-4949-9100-82F1C7C5C826}" dt="2026-10-13T15:32:46.716" v="2" actId="47"/>
        <pc:sldMkLst>
          <pc:docMk/>
          <pc:sldMk cId="3611448927" sldId="1141"/>
        </pc:sldMkLst>
      </pc:sldChg>
      <pc:sldChg chg="add del">
        <pc:chgData name="Tyler Hostetter" userId="5b8c5ebae3fb9c60" providerId="LiveId" clId="{E72C2050-1AE1-4949-9100-82F1C7C5C826}" dt="2026-10-13T15:32:46.716" v="2" actId="47"/>
        <pc:sldMkLst>
          <pc:docMk/>
          <pc:sldMk cId="339908265" sldId="1143"/>
        </pc:sldMkLst>
      </pc:sldChg>
      <pc:sldChg chg="add del">
        <pc:chgData name="Tyler Hostetter" userId="5b8c5ebae3fb9c60" providerId="LiveId" clId="{E72C2050-1AE1-4949-9100-82F1C7C5C826}" dt="2026-10-13T15:32:46.716" v="2" actId="47"/>
        <pc:sldMkLst>
          <pc:docMk/>
          <pc:sldMk cId="241281957" sldId="1144"/>
        </pc:sldMkLst>
      </pc:sldChg>
      <pc:sldChg chg="add del">
        <pc:chgData name="Tyler Hostetter" userId="5b8c5ebae3fb9c60" providerId="LiveId" clId="{E72C2050-1AE1-4949-9100-82F1C7C5C826}" dt="2026-10-13T15:32:46.716" v="2" actId="47"/>
        <pc:sldMkLst>
          <pc:docMk/>
          <pc:sldMk cId="3366349671" sldId="1145"/>
        </pc:sldMkLst>
      </pc:sldChg>
      <pc:sldChg chg="add del">
        <pc:chgData name="Tyler Hostetter" userId="5b8c5ebae3fb9c60" providerId="LiveId" clId="{E72C2050-1AE1-4949-9100-82F1C7C5C826}" dt="2026-10-13T15:32:46.716" v="2" actId="47"/>
        <pc:sldMkLst>
          <pc:docMk/>
          <pc:sldMk cId="2202231703" sldId="1146"/>
        </pc:sldMkLst>
      </pc:sldChg>
      <pc:sldChg chg="add del">
        <pc:chgData name="Tyler Hostetter" userId="5b8c5ebae3fb9c60" providerId="LiveId" clId="{E72C2050-1AE1-4949-9100-82F1C7C5C826}" dt="2026-10-13T15:32:46.716" v="2" actId="47"/>
        <pc:sldMkLst>
          <pc:docMk/>
          <pc:sldMk cId="3588692295" sldId="1147"/>
        </pc:sldMkLst>
      </pc:sldChg>
      <pc:sldChg chg="add del">
        <pc:chgData name="Tyler Hostetter" userId="5b8c5ebae3fb9c60" providerId="LiveId" clId="{E72C2050-1AE1-4949-9100-82F1C7C5C826}" dt="2026-10-13T15:32:46.716" v="2" actId="47"/>
        <pc:sldMkLst>
          <pc:docMk/>
          <pc:sldMk cId="4184468388" sldId="1148"/>
        </pc:sldMkLst>
      </pc:sldChg>
      <pc:sldChg chg="add del">
        <pc:chgData name="Tyler Hostetter" userId="5b8c5ebae3fb9c60" providerId="LiveId" clId="{E72C2050-1AE1-4949-9100-82F1C7C5C826}" dt="2026-10-13T15:32:46.716" v="2" actId="47"/>
        <pc:sldMkLst>
          <pc:docMk/>
          <pc:sldMk cId="3033281677" sldId="1149"/>
        </pc:sldMkLst>
      </pc:sldChg>
      <pc:sldChg chg="add del">
        <pc:chgData name="Tyler Hostetter" userId="5b8c5ebae3fb9c60" providerId="LiveId" clId="{E72C2050-1AE1-4949-9100-82F1C7C5C826}" dt="2026-10-13T15:32:46.716" v="2" actId="47"/>
        <pc:sldMkLst>
          <pc:docMk/>
          <pc:sldMk cId="1114166707" sldId="1150"/>
        </pc:sldMkLst>
      </pc:sldChg>
      <pc:sldChg chg="add del">
        <pc:chgData name="Tyler Hostetter" userId="5b8c5ebae3fb9c60" providerId="LiveId" clId="{E72C2050-1AE1-4949-9100-82F1C7C5C826}" dt="2026-10-13T15:32:46.716" v="2" actId="47"/>
        <pc:sldMkLst>
          <pc:docMk/>
          <pc:sldMk cId="1420504536" sldId="1151"/>
        </pc:sldMkLst>
      </pc:sldChg>
      <pc:sldChg chg="add del">
        <pc:chgData name="Tyler Hostetter" userId="5b8c5ebae3fb9c60" providerId="LiveId" clId="{E72C2050-1AE1-4949-9100-82F1C7C5C826}" dt="2026-10-13T15:32:46.716" v="2" actId="47"/>
        <pc:sldMkLst>
          <pc:docMk/>
          <pc:sldMk cId="3785020641" sldId="1153"/>
        </pc:sldMkLst>
      </pc:sldChg>
      <pc:sldChg chg="add del">
        <pc:chgData name="Tyler Hostetter" userId="5b8c5ebae3fb9c60" providerId="LiveId" clId="{E72C2050-1AE1-4949-9100-82F1C7C5C826}" dt="2026-10-13T15:32:46.716" v="2" actId="47"/>
        <pc:sldMkLst>
          <pc:docMk/>
          <pc:sldMk cId="4075275978" sldId="1154"/>
        </pc:sldMkLst>
      </pc:sldChg>
      <pc:sldChg chg="add del">
        <pc:chgData name="Tyler Hostetter" userId="5b8c5ebae3fb9c60" providerId="LiveId" clId="{E72C2050-1AE1-4949-9100-82F1C7C5C826}" dt="2026-10-13T15:32:46.716" v="2" actId="47"/>
        <pc:sldMkLst>
          <pc:docMk/>
          <pc:sldMk cId="1033360747" sldId="1155"/>
        </pc:sldMkLst>
      </pc:sldChg>
      <pc:sldChg chg="add del">
        <pc:chgData name="Tyler Hostetter" userId="5b8c5ebae3fb9c60" providerId="LiveId" clId="{E72C2050-1AE1-4949-9100-82F1C7C5C826}" dt="2026-10-13T15:32:46.716" v="2" actId="47"/>
        <pc:sldMkLst>
          <pc:docMk/>
          <pc:sldMk cId="1945514804" sldId="1156"/>
        </pc:sldMkLst>
      </pc:sldChg>
      <pc:sldChg chg="add del">
        <pc:chgData name="Tyler Hostetter" userId="5b8c5ebae3fb9c60" providerId="LiveId" clId="{E72C2050-1AE1-4949-9100-82F1C7C5C826}" dt="2026-10-13T15:32:46.716" v="2" actId="47"/>
        <pc:sldMkLst>
          <pc:docMk/>
          <pc:sldMk cId="3825782459" sldId="1157"/>
        </pc:sldMkLst>
      </pc:sldChg>
      <pc:sldChg chg="add del">
        <pc:chgData name="Tyler Hostetter" userId="5b8c5ebae3fb9c60" providerId="LiveId" clId="{E72C2050-1AE1-4949-9100-82F1C7C5C826}" dt="2026-10-13T15:32:46.716" v="2" actId="47"/>
        <pc:sldMkLst>
          <pc:docMk/>
          <pc:sldMk cId="648704656" sldId="1158"/>
        </pc:sldMkLst>
      </pc:sldChg>
      <pc:sldChg chg="add del">
        <pc:chgData name="Tyler Hostetter" userId="5b8c5ebae3fb9c60" providerId="LiveId" clId="{E72C2050-1AE1-4949-9100-82F1C7C5C826}" dt="2026-10-13T15:32:46.716" v="2" actId="47"/>
        <pc:sldMkLst>
          <pc:docMk/>
          <pc:sldMk cId="1054095976" sldId="1159"/>
        </pc:sldMkLst>
      </pc:sldChg>
      <pc:sldChg chg="add del">
        <pc:chgData name="Tyler Hostetter" userId="5b8c5ebae3fb9c60" providerId="LiveId" clId="{E72C2050-1AE1-4949-9100-82F1C7C5C826}" dt="2026-10-13T15:32:46.716" v="2" actId="47"/>
        <pc:sldMkLst>
          <pc:docMk/>
          <pc:sldMk cId="524066075" sldId="1160"/>
        </pc:sldMkLst>
      </pc:sldChg>
      <pc:sldChg chg="add del">
        <pc:chgData name="Tyler Hostetter" userId="5b8c5ebae3fb9c60" providerId="LiveId" clId="{E72C2050-1AE1-4949-9100-82F1C7C5C826}" dt="2026-10-13T15:32:46.716" v="2" actId="47"/>
        <pc:sldMkLst>
          <pc:docMk/>
          <pc:sldMk cId="2568314892" sldId="1161"/>
        </pc:sldMkLst>
      </pc:sldChg>
      <pc:sldChg chg="add del">
        <pc:chgData name="Tyler Hostetter" userId="5b8c5ebae3fb9c60" providerId="LiveId" clId="{E72C2050-1AE1-4949-9100-82F1C7C5C826}" dt="2026-10-13T15:32:46.716" v="2" actId="47"/>
        <pc:sldMkLst>
          <pc:docMk/>
          <pc:sldMk cId="1788338327" sldId="1162"/>
        </pc:sldMkLst>
      </pc:sldChg>
      <pc:sldChg chg="add del">
        <pc:chgData name="Tyler Hostetter" userId="5b8c5ebae3fb9c60" providerId="LiveId" clId="{E72C2050-1AE1-4949-9100-82F1C7C5C826}" dt="2026-10-13T15:32:46.716" v="2" actId="47"/>
        <pc:sldMkLst>
          <pc:docMk/>
          <pc:sldMk cId="2547538917" sldId="1163"/>
        </pc:sldMkLst>
      </pc:sldChg>
      <pc:sldChg chg="add del">
        <pc:chgData name="Tyler Hostetter" userId="5b8c5ebae3fb9c60" providerId="LiveId" clId="{E72C2050-1AE1-4949-9100-82F1C7C5C826}" dt="2026-10-13T15:32:46.716" v="2" actId="47"/>
        <pc:sldMkLst>
          <pc:docMk/>
          <pc:sldMk cId="757907885" sldId="1165"/>
        </pc:sldMkLst>
      </pc:sldChg>
      <pc:sldChg chg="add del">
        <pc:chgData name="Tyler Hostetter" userId="5b8c5ebae3fb9c60" providerId="LiveId" clId="{E72C2050-1AE1-4949-9100-82F1C7C5C826}" dt="2026-10-13T15:32:46.716" v="2" actId="47"/>
        <pc:sldMkLst>
          <pc:docMk/>
          <pc:sldMk cId="2089284761" sldId="1166"/>
        </pc:sldMkLst>
      </pc:sldChg>
      <pc:sldChg chg="add del">
        <pc:chgData name="Tyler Hostetter" userId="5b8c5ebae3fb9c60" providerId="LiveId" clId="{E72C2050-1AE1-4949-9100-82F1C7C5C826}" dt="2026-10-13T15:32:46.716" v="2" actId="47"/>
        <pc:sldMkLst>
          <pc:docMk/>
          <pc:sldMk cId="70599090" sldId="1167"/>
        </pc:sldMkLst>
      </pc:sldChg>
      <pc:sldChg chg="add del">
        <pc:chgData name="Tyler Hostetter" userId="5b8c5ebae3fb9c60" providerId="LiveId" clId="{E72C2050-1AE1-4949-9100-82F1C7C5C826}" dt="2026-10-13T15:32:46.716" v="2" actId="47"/>
        <pc:sldMkLst>
          <pc:docMk/>
          <pc:sldMk cId="491950" sldId="1168"/>
        </pc:sldMkLst>
      </pc:sldChg>
      <pc:sldChg chg="add del">
        <pc:chgData name="Tyler Hostetter" userId="5b8c5ebae3fb9c60" providerId="LiveId" clId="{E72C2050-1AE1-4949-9100-82F1C7C5C826}" dt="2026-10-13T15:32:46.716" v="2" actId="47"/>
        <pc:sldMkLst>
          <pc:docMk/>
          <pc:sldMk cId="3489071554" sldId="1169"/>
        </pc:sldMkLst>
      </pc:sldChg>
      <pc:sldChg chg="add del">
        <pc:chgData name="Tyler Hostetter" userId="5b8c5ebae3fb9c60" providerId="LiveId" clId="{E72C2050-1AE1-4949-9100-82F1C7C5C826}" dt="2026-10-13T15:32:46.716" v="2" actId="47"/>
        <pc:sldMkLst>
          <pc:docMk/>
          <pc:sldMk cId="1700373514" sldId="1170"/>
        </pc:sldMkLst>
      </pc:sldChg>
      <pc:sldChg chg="add del">
        <pc:chgData name="Tyler Hostetter" userId="5b8c5ebae3fb9c60" providerId="LiveId" clId="{E72C2050-1AE1-4949-9100-82F1C7C5C826}" dt="2026-10-13T15:32:46.716" v="2" actId="47"/>
        <pc:sldMkLst>
          <pc:docMk/>
          <pc:sldMk cId="3238070516" sldId="1171"/>
        </pc:sldMkLst>
      </pc:sldChg>
      <pc:sldChg chg="add del">
        <pc:chgData name="Tyler Hostetter" userId="5b8c5ebae3fb9c60" providerId="LiveId" clId="{E72C2050-1AE1-4949-9100-82F1C7C5C826}" dt="2026-10-13T15:32:46.716" v="2" actId="47"/>
        <pc:sldMkLst>
          <pc:docMk/>
          <pc:sldMk cId="2927188477" sldId="1172"/>
        </pc:sldMkLst>
      </pc:sldChg>
      <pc:sldChg chg="add del">
        <pc:chgData name="Tyler Hostetter" userId="5b8c5ebae3fb9c60" providerId="LiveId" clId="{E72C2050-1AE1-4949-9100-82F1C7C5C826}" dt="2026-10-13T15:32:46.716" v="2" actId="47"/>
        <pc:sldMkLst>
          <pc:docMk/>
          <pc:sldMk cId="3182442123" sldId="1173"/>
        </pc:sldMkLst>
      </pc:sldChg>
      <pc:sldChg chg="add del">
        <pc:chgData name="Tyler Hostetter" userId="5b8c5ebae3fb9c60" providerId="LiveId" clId="{E72C2050-1AE1-4949-9100-82F1C7C5C826}" dt="2026-10-13T15:32:46.716" v="2" actId="47"/>
        <pc:sldMkLst>
          <pc:docMk/>
          <pc:sldMk cId="2539752403" sldId="1174"/>
        </pc:sldMkLst>
      </pc:sldChg>
      <pc:sldChg chg="add del">
        <pc:chgData name="Tyler Hostetter" userId="5b8c5ebae3fb9c60" providerId="LiveId" clId="{E72C2050-1AE1-4949-9100-82F1C7C5C826}" dt="2026-10-13T15:32:46.716" v="2" actId="47"/>
        <pc:sldMkLst>
          <pc:docMk/>
          <pc:sldMk cId="1715383986" sldId="1175"/>
        </pc:sldMkLst>
      </pc:sldChg>
      <pc:sldChg chg="add del">
        <pc:chgData name="Tyler Hostetter" userId="5b8c5ebae3fb9c60" providerId="LiveId" clId="{E72C2050-1AE1-4949-9100-82F1C7C5C826}" dt="2026-10-13T15:32:46.716" v="2" actId="47"/>
        <pc:sldMkLst>
          <pc:docMk/>
          <pc:sldMk cId="2382399929" sldId="1176"/>
        </pc:sldMkLst>
      </pc:sldChg>
      <pc:sldChg chg="add del">
        <pc:chgData name="Tyler Hostetter" userId="5b8c5ebae3fb9c60" providerId="LiveId" clId="{E72C2050-1AE1-4949-9100-82F1C7C5C826}" dt="2026-10-13T15:32:46.716" v="2" actId="47"/>
        <pc:sldMkLst>
          <pc:docMk/>
          <pc:sldMk cId="1742052123" sldId="1177"/>
        </pc:sldMkLst>
      </pc:sldChg>
      <pc:sldChg chg="add del">
        <pc:chgData name="Tyler Hostetter" userId="5b8c5ebae3fb9c60" providerId="LiveId" clId="{E72C2050-1AE1-4949-9100-82F1C7C5C826}" dt="2026-10-13T15:32:46.716" v="2" actId="47"/>
        <pc:sldMkLst>
          <pc:docMk/>
          <pc:sldMk cId="1307445084" sldId="1178"/>
        </pc:sldMkLst>
      </pc:sldChg>
      <pc:sldChg chg="add del">
        <pc:chgData name="Tyler Hostetter" userId="5b8c5ebae3fb9c60" providerId="LiveId" clId="{E72C2050-1AE1-4949-9100-82F1C7C5C826}" dt="2026-10-13T15:32:46.716" v="2" actId="47"/>
        <pc:sldMkLst>
          <pc:docMk/>
          <pc:sldMk cId="862159152" sldId="1179"/>
        </pc:sldMkLst>
      </pc:sldChg>
      <pc:sldChg chg="add del">
        <pc:chgData name="Tyler Hostetter" userId="5b8c5ebae3fb9c60" providerId="LiveId" clId="{E72C2050-1AE1-4949-9100-82F1C7C5C826}" dt="2026-10-13T15:32:46.716" v="2" actId="47"/>
        <pc:sldMkLst>
          <pc:docMk/>
          <pc:sldMk cId="202355627" sldId="1180"/>
        </pc:sldMkLst>
      </pc:sldChg>
      <pc:sldChg chg="add del">
        <pc:chgData name="Tyler Hostetter" userId="5b8c5ebae3fb9c60" providerId="LiveId" clId="{E72C2050-1AE1-4949-9100-82F1C7C5C826}" dt="2026-10-13T15:32:46.716" v="2" actId="47"/>
        <pc:sldMkLst>
          <pc:docMk/>
          <pc:sldMk cId="1449545861" sldId="1181"/>
        </pc:sldMkLst>
      </pc:sldChg>
      <pc:sldChg chg="add del">
        <pc:chgData name="Tyler Hostetter" userId="5b8c5ebae3fb9c60" providerId="LiveId" clId="{E72C2050-1AE1-4949-9100-82F1C7C5C826}" dt="2026-10-13T15:32:46.716" v="2" actId="47"/>
        <pc:sldMkLst>
          <pc:docMk/>
          <pc:sldMk cId="2109796736" sldId="1182"/>
        </pc:sldMkLst>
      </pc:sldChg>
      <pc:sldChg chg="add del">
        <pc:chgData name="Tyler Hostetter" userId="5b8c5ebae3fb9c60" providerId="LiveId" clId="{E72C2050-1AE1-4949-9100-82F1C7C5C826}" dt="2026-10-13T15:32:46.716" v="2" actId="47"/>
        <pc:sldMkLst>
          <pc:docMk/>
          <pc:sldMk cId="967008458" sldId="1183"/>
        </pc:sldMkLst>
      </pc:sldChg>
      <pc:sldChg chg="add del">
        <pc:chgData name="Tyler Hostetter" userId="5b8c5ebae3fb9c60" providerId="LiveId" clId="{E72C2050-1AE1-4949-9100-82F1C7C5C826}" dt="2026-10-13T15:32:46.716" v="2" actId="47"/>
        <pc:sldMkLst>
          <pc:docMk/>
          <pc:sldMk cId="1823465396" sldId="1184"/>
        </pc:sldMkLst>
      </pc:sldChg>
      <pc:sldChg chg="add del">
        <pc:chgData name="Tyler Hostetter" userId="5b8c5ebae3fb9c60" providerId="LiveId" clId="{E72C2050-1AE1-4949-9100-82F1C7C5C826}" dt="2026-10-13T15:32:46.716" v="2" actId="47"/>
        <pc:sldMkLst>
          <pc:docMk/>
          <pc:sldMk cId="569824006" sldId="1185"/>
        </pc:sldMkLst>
      </pc:sldChg>
      <pc:sldChg chg="add del">
        <pc:chgData name="Tyler Hostetter" userId="5b8c5ebae3fb9c60" providerId="LiveId" clId="{E72C2050-1AE1-4949-9100-82F1C7C5C826}" dt="2026-10-13T15:32:46.716" v="2" actId="47"/>
        <pc:sldMkLst>
          <pc:docMk/>
          <pc:sldMk cId="849951132" sldId="1186"/>
        </pc:sldMkLst>
      </pc:sldChg>
      <pc:sldChg chg="add del">
        <pc:chgData name="Tyler Hostetter" userId="5b8c5ebae3fb9c60" providerId="LiveId" clId="{E72C2050-1AE1-4949-9100-82F1C7C5C826}" dt="2026-10-13T15:32:46.716" v="2" actId="47"/>
        <pc:sldMkLst>
          <pc:docMk/>
          <pc:sldMk cId="1825404804" sldId="1187"/>
        </pc:sldMkLst>
      </pc:sldChg>
      <pc:sldChg chg="add del">
        <pc:chgData name="Tyler Hostetter" userId="5b8c5ebae3fb9c60" providerId="LiveId" clId="{E72C2050-1AE1-4949-9100-82F1C7C5C826}" dt="2026-10-13T15:32:46.716" v="2" actId="47"/>
        <pc:sldMkLst>
          <pc:docMk/>
          <pc:sldMk cId="2119156927" sldId="1189"/>
        </pc:sldMkLst>
      </pc:sldChg>
      <pc:sldChg chg="add del">
        <pc:chgData name="Tyler Hostetter" userId="5b8c5ebae3fb9c60" providerId="LiveId" clId="{E72C2050-1AE1-4949-9100-82F1C7C5C826}" dt="2026-10-13T15:32:46.716" v="2" actId="47"/>
        <pc:sldMkLst>
          <pc:docMk/>
          <pc:sldMk cId="14908983" sldId="1190"/>
        </pc:sldMkLst>
      </pc:sldChg>
      <pc:sldChg chg="add del">
        <pc:chgData name="Tyler Hostetter" userId="5b8c5ebae3fb9c60" providerId="LiveId" clId="{E72C2050-1AE1-4949-9100-82F1C7C5C826}" dt="2026-10-13T15:32:46.716" v="2" actId="47"/>
        <pc:sldMkLst>
          <pc:docMk/>
          <pc:sldMk cId="85754407" sldId="1192"/>
        </pc:sldMkLst>
      </pc:sldChg>
      <pc:sldChg chg="add del">
        <pc:chgData name="Tyler Hostetter" userId="5b8c5ebae3fb9c60" providerId="LiveId" clId="{E72C2050-1AE1-4949-9100-82F1C7C5C826}" dt="2026-10-13T15:32:46.716" v="2" actId="47"/>
        <pc:sldMkLst>
          <pc:docMk/>
          <pc:sldMk cId="2983062777" sldId="1193"/>
        </pc:sldMkLst>
      </pc:sldChg>
      <pc:sldChg chg="add del">
        <pc:chgData name="Tyler Hostetter" userId="5b8c5ebae3fb9c60" providerId="LiveId" clId="{E72C2050-1AE1-4949-9100-82F1C7C5C826}" dt="2026-10-13T15:32:46.716" v="2" actId="47"/>
        <pc:sldMkLst>
          <pc:docMk/>
          <pc:sldMk cId="2969494809" sldId="1194"/>
        </pc:sldMkLst>
      </pc:sldChg>
      <pc:sldChg chg="add del">
        <pc:chgData name="Tyler Hostetter" userId="5b8c5ebae3fb9c60" providerId="LiveId" clId="{E72C2050-1AE1-4949-9100-82F1C7C5C826}" dt="2026-10-13T15:32:46.716" v="2" actId="47"/>
        <pc:sldMkLst>
          <pc:docMk/>
          <pc:sldMk cId="2448373198" sldId="1195"/>
        </pc:sldMkLst>
      </pc:sldChg>
      <pc:sldChg chg="add del">
        <pc:chgData name="Tyler Hostetter" userId="5b8c5ebae3fb9c60" providerId="LiveId" clId="{E72C2050-1AE1-4949-9100-82F1C7C5C826}" dt="2026-10-13T15:32:46.716" v="2" actId="47"/>
        <pc:sldMkLst>
          <pc:docMk/>
          <pc:sldMk cId="3977552107" sldId="1196"/>
        </pc:sldMkLst>
      </pc:sldChg>
      <pc:sldChg chg="add del">
        <pc:chgData name="Tyler Hostetter" userId="5b8c5ebae3fb9c60" providerId="LiveId" clId="{E72C2050-1AE1-4949-9100-82F1C7C5C826}" dt="2026-10-13T15:32:46.716" v="2" actId="47"/>
        <pc:sldMkLst>
          <pc:docMk/>
          <pc:sldMk cId="730996835" sldId="1197"/>
        </pc:sldMkLst>
      </pc:sldChg>
      <pc:sldChg chg="add del">
        <pc:chgData name="Tyler Hostetter" userId="5b8c5ebae3fb9c60" providerId="LiveId" clId="{E72C2050-1AE1-4949-9100-82F1C7C5C826}" dt="2026-10-13T15:32:46.716" v="2" actId="47"/>
        <pc:sldMkLst>
          <pc:docMk/>
          <pc:sldMk cId="2054386659" sldId="1198"/>
        </pc:sldMkLst>
      </pc:sldChg>
      <pc:sldChg chg="add del">
        <pc:chgData name="Tyler Hostetter" userId="5b8c5ebae3fb9c60" providerId="LiveId" clId="{E72C2050-1AE1-4949-9100-82F1C7C5C826}" dt="2026-10-13T15:32:46.716" v="2" actId="47"/>
        <pc:sldMkLst>
          <pc:docMk/>
          <pc:sldMk cId="1747329621" sldId="1199"/>
        </pc:sldMkLst>
      </pc:sldChg>
      <pc:sldChg chg="add del">
        <pc:chgData name="Tyler Hostetter" userId="5b8c5ebae3fb9c60" providerId="LiveId" clId="{E72C2050-1AE1-4949-9100-82F1C7C5C826}" dt="2026-10-13T15:32:46.716" v="2" actId="47"/>
        <pc:sldMkLst>
          <pc:docMk/>
          <pc:sldMk cId="1686381715" sldId="1200"/>
        </pc:sldMkLst>
      </pc:sldChg>
      <pc:sldChg chg="add del">
        <pc:chgData name="Tyler Hostetter" userId="5b8c5ebae3fb9c60" providerId="LiveId" clId="{E72C2050-1AE1-4949-9100-82F1C7C5C826}" dt="2026-10-13T15:32:46.716" v="2" actId="47"/>
        <pc:sldMkLst>
          <pc:docMk/>
          <pc:sldMk cId="3172603497" sldId="1201"/>
        </pc:sldMkLst>
      </pc:sldChg>
      <pc:sldChg chg="add del">
        <pc:chgData name="Tyler Hostetter" userId="5b8c5ebae3fb9c60" providerId="LiveId" clId="{E72C2050-1AE1-4949-9100-82F1C7C5C826}" dt="2026-10-13T15:32:46.716" v="2" actId="47"/>
        <pc:sldMkLst>
          <pc:docMk/>
          <pc:sldMk cId="2913278474" sldId="1202"/>
        </pc:sldMkLst>
      </pc:sldChg>
      <pc:sldChg chg="add del">
        <pc:chgData name="Tyler Hostetter" userId="5b8c5ebae3fb9c60" providerId="LiveId" clId="{E72C2050-1AE1-4949-9100-82F1C7C5C826}" dt="2026-10-13T15:32:46.716" v="2" actId="47"/>
        <pc:sldMkLst>
          <pc:docMk/>
          <pc:sldMk cId="1141707582" sldId="1203"/>
        </pc:sldMkLst>
      </pc:sldChg>
      <pc:sldChg chg="add del">
        <pc:chgData name="Tyler Hostetter" userId="5b8c5ebae3fb9c60" providerId="LiveId" clId="{E72C2050-1AE1-4949-9100-82F1C7C5C826}" dt="2026-10-13T15:32:46.716" v="2" actId="47"/>
        <pc:sldMkLst>
          <pc:docMk/>
          <pc:sldMk cId="1577886068" sldId="1204"/>
        </pc:sldMkLst>
      </pc:sldChg>
      <pc:sldChg chg="add del">
        <pc:chgData name="Tyler Hostetter" userId="5b8c5ebae3fb9c60" providerId="LiveId" clId="{E72C2050-1AE1-4949-9100-82F1C7C5C826}" dt="2026-10-13T15:32:46.716" v="2" actId="47"/>
        <pc:sldMkLst>
          <pc:docMk/>
          <pc:sldMk cId="2116523781" sldId="1205"/>
        </pc:sldMkLst>
      </pc:sldChg>
      <pc:sldChg chg="add del">
        <pc:chgData name="Tyler Hostetter" userId="5b8c5ebae3fb9c60" providerId="LiveId" clId="{E72C2050-1AE1-4949-9100-82F1C7C5C826}" dt="2026-10-13T15:32:46.716" v="2" actId="47"/>
        <pc:sldMkLst>
          <pc:docMk/>
          <pc:sldMk cId="3317671755" sldId="1206"/>
        </pc:sldMkLst>
      </pc:sldChg>
      <pc:sldChg chg="add del">
        <pc:chgData name="Tyler Hostetter" userId="5b8c5ebae3fb9c60" providerId="LiveId" clId="{E72C2050-1AE1-4949-9100-82F1C7C5C826}" dt="2026-10-13T15:32:46.716" v="2" actId="47"/>
        <pc:sldMkLst>
          <pc:docMk/>
          <pc:sldMk cId="49237024" sldId="1207"/>
        </pc:sldMkLst>
      </pc:sldChg>
      <pc:sldChg chg="add del">
        <pc:chgData name="Tyler Hostetter" userId="5b8c5ebae3fb9c60" providerId="LiveId" clId="{E72C2050-1AE1-4949-9100-82F1C7C5C826}" dt="2026-10-13T15:32:46.716" v="2" actId="47"/>
        <pc:sldMkLst>
          <pc:docMk/>
          <pc:sldMk cId="2628135608" sldId="1208"/>
        </pc:sldMkLst>
      </pc:sldChg>
      <pc:sldChg chg="add del">
        <pc:chgData name="Tyler Hostetter" userId="5b8c5ebae3fb9c60" providerId="LiveId" clId="{E72C2050-1AE1-4949-9100-82F1C7C5C826}" dt="2026-10-13T15:32:46.716" v="2" actId="47"/>
        <pc:sldMkLst>
          <pc:docMk/>
          <pc:sldMk cId="3815213927" sldId="1209"/>
        </pc:sldMkLst>
      </pc:sldChg>
      <pc:sldChg chg="add del">
        <pc:chgData name="Tyler Hostetter" userId="5b8c5ebae3fb9c60" providerId="LiveId" clId="{E72C2050-1AE1-4949-9100-82F1C7C5C826}" dt="2026-10-13T15:32:46.716" v="2" actId="47"/>
        <pc:sldMkLst>
          <pc:docMk/>
          <pc:sldMk cId="290445829" sldId="1210"/>
        </pc:sldMkLst>
      </pc:sldChg>
      <pc:sldChg chg="add del">
        <pc:chgData name="Tyler Hostetter" userId="5b8c5ebae3fb9c60" providerId="LiveId" clId="{E72C2050-1AE1-4949-9100-82F1C7C5C826}" dt="2026-10-13T15:32:46.716" v="2" actId="47"/>
        <pc:sldMkLst>
          <pc:docMk/>
          <pc:sldMk cId="1132033716" sldId="1211"/>
        </pc:sldMkLst>
      </pc:sldChg>
      <pc:sldChg chg="add del">
        <pc:chgData name="Tyler Hostetter" userId="5b8c5ebae3fb9c60" providerId="LiveId" clId="{E72C2050-1AE1-4949-9100-82F1C7C5C826}" dt="2026-10-13T15:32:46.716" v="2" actId="47"/>
        <pc:sldMkLst>
          <pc:docMk/>
          <pc:sldMk cId="3409401101" sldId="1213"/>
        </pc:sldMkLst>
      </pc:sldChg>
      <pc:sldChg chg="add del">
        <pc:chgData name="Tyler Hostetter" userId="5b8c5ebae3fb9c60" providerId="LiveId" clId="{E72C2050-1AE1-4949-9100-82F1C7C5C826}" dt="2026-10-13T15:32:46.716" v="2" actId="47"/>
        <pc:sldMkLst>
          <pc:docMk/>
          <pc:sldMk cId="3334440540" sldId="1214"/>
        </pc:sldMkLst>
      </pc:sldChg>
      <pc:sldChg chg="add del">
        <pc:chgData name="Tyler Hostetter" userId="5b8c5ebae3fb9c60" providerId="LiveId" clId="{E72C2050-1AE1-4949-9100-82F1C7C5C826}" dt="2026-10-13T15:32:46.716" v="2" actId="47"/>
        <pc:sldMkLst>
          <pc:docMk/>
          <pc:sldMk cId="1579712666" sldId="1216"/>
        </pc:sldMkLst>
      </pc:sldChg>
      <pc:sldChg chg="add del">
        <pc:chgData name="Tyler Hostetter" userId="5b8c5ebae3fb9c60" providerId="LiveId" clId="{E72C2050-1AE1-4949-9100-82F1C7C5C826}" dt="2026-10-13T15:32:46.716" v="2" actId="47"/>
        <pc:sldMkLst>
          <pc:docMk/>
          <pc:sldMk cId="3051190168" sldId="1217"/>
        </pc:sldMkLst>
      </pc:sldChg>
      <pc:sldChg chg="add del">
        <pc:chgData name="Tyler Hostetter" userId="5b8c5ebae3fb9c60" providerId="LiveId" clId="{E72C2050-1AE1-4949-9100-82F1C7C5C826}" dt="2026-10-13T15:32:46.716" v="2" actId="47"/>
        <pc:sldMkLst>
          <pc:docMk/>
          <pc:sldMk cId="3469358271" sldId="1218"/>
        </pc:sldMkLst>
      </pc:sldChg>
      <pc:sldChg chg="add del">
        <pc:chgData name="Tyler Hostetter" userId="5b8c5ebae3fb9c60" providerId="LiveId" clId="{E72C2050-1AE1-4949-9100-82F1C7C5C826}" dt="2026-10-13T15:32:46.716" v="2" actId="47"/>
        <pc:sldMkLst>
          <pc:docMk/>
          <pc:sldMk cId="243701783" sldId="1220"/>
        </pc:sldMkLst>
      </pc:sldChg>
      <pc:sldChg chg="add del">
        <pc:chgData name="Tyler Hostetter" userId="5b8c5ebae3fb9c60" providerId="LiveId" clId="{E72C2050-1AE1-4949-9100-82F1C7C5C826}" dt="2026-10-13T15:32:46.716" v="2" actId="47"/>
        <pc:sldMkLst>
          <pc:docMk/>
          <pc:sldMk cId="69132685" sldId="1222"/>
        </pc:sldMkLst>
      </pc:sldChg>
      <pc:sldChg chg="add del">
        <pc:chgData name="Tyler Hostetter" userId="5b8c5ebae3fb9c60" providerId="LiveId" clId="{E72C2050-1AE1-4949-9100-82F1C7C5C826}" dt="2026-10-13T15:32:46.716" v="2" actId="47"/>
        <pc:sldMkLst>
          <pc:docMk/>
          <pc:sldMk cId="1765076726" sldId="1223"/>
        </pc:sldMkLst>
      </pc:sldChg>
      <pc:sldChg chg="add del">
        <pc:chgData name="Tyler Hostetter" userId="5b8c5ebae3fb9c60" providerId="LiveId" clId="{E72C2050-1AE1-4949-9100-82F1C7C5C826}" dt="2026-10-13T15:32:46.716" v="2" actId="47"/>
        <pc:sldMkLst>
          <pc:docMk/>
          <pc:sldMk cId="1214384757" sldId="1224"/>
        </pc:sldMkLst>
      </pc:sldChg>
      <pc:sldChg chg="add del">
        <pc:chgData name="Tyler Hostetter" userId="5b8c5ebae3fb9c60" providerId="LiveId" clId="{E72C2050-1AE1-4949-9100-82F1C7C5C826}" dt="2026-10-13T15:32:46.716" v="2" actId="47"/>
        <pc:sldMkLst>
          <pc:docMk/>
          <pc:sldMk cId="3546249962" sldId="1225"/>
        </pc:sldMkLst>
      </pc:sldChg>
      <pc:sldChg chg="add del">
        <pc:chgData name="Tyler Hostetter" userId="5b8c5ebae3fb9c60" providerId="LiveId" clId="{E72C2050-1AE1-4949-9100-82F1C7C5C826}" dt="2026-10-13T15:32:46.716" v="2" actId="47"/>
        <pc:sldMkLst>
          <pc:docMk/>
          <pc:sldMk cId="3254994834" sldId="1226"/>
        </pc:sldMkLst>
      </pc:sldChg>
      <pc:sldChg chg="add del">
        <pc:chgData name="Tyler Hostetter" userId="5b8c5ebae3fb9c60" providerId="LiveId" clId="{E72C2050-1AE1-4949-9100-82F1C7C5C826}" dt="2026-10-13T15:32:46.716" v="2" actId="47"/>
        <pc:sldMkLst>
          <pc:docMk/>
          <pc:sldMk cId="1409455937" sldId="1227"/>
        </pc:sldMkLst>
      </pc:sldChg>
      <pc:sldChg chg="add del">
        <pc:chgData name="Tyler Hostetter" userId="5b8c5ebae3fb9c60" providerId="LiveId" clId="{E72C2050-1AE1-4949-9100-82F1C7C5C826}" dt="2026-10-13T15:32:46.716" v="2" actId="47"/>
        <pc:sldMkLst>
          <pc:docMk/>
          <pc:sldMk cId="1095739564" sldId="1228"/>
        </pc:sldMkLst>
      </pc:sldChg>
      <pc:sldChg chg="add del">
        <pc:chgData name="Tyler Hostetter" userId="5b8c5ebae3fb9c60" providerId="LiveId" clId="{E72C2050-1AE1-4949-9100-82F1C7C5C826}" dt="2026-10-13T15:32:46.716" v="2" actId="47"/>
        <pc:sldMkLst>
          <pc:docMk/>
          <pc:sldMk cId="3517000017" sldId="1229"/>
        </pc:sldMkLst>
      </pc:sldChg>
      <pc:sldChg chg="add del">
        <pc:chgData name="Tyler Hostetter" userId="5b8c5ebae3fb9c60" providerId="LiveId" clId="{E72C2050-1AE1-4949-9100-82F1C7C5C826}" dt="2026-10-13T15:32:46.716" v="2" actId="47"/>
        <pc:sldMkLst>
          <pc:docMk/>
          <pc:sldMk cId="2610835691" sldId="1230"/>
        </pc:sldMkLst>
      </pc:sldChg>
      <pc:sldChg chg="add del">
        <pc:chgData name="Tyler Hostetter" userId="5b8c5ebae3fb9c60" providerId="LiveId" clId="{E72C2050-1AE1-4949-9100-82F1C7C5C826}" dt="2026-10-13T15:32:46.716" v="2" actId="47"/>
        <pc:sldMkLst>
          <pc:docMk/>
          <pc:sldMk cId="1794908934" sldId="1231"/>
        </pc:sldMkLst>
      </pc:sldChg>
      <pc:sldChg chg="add del">
        <pc:chgData name="Tyler Hostetter" userId="5b8c5ebae3fb9c60" providerId="LiveId" clId="{E72C2050-1AE1-4949-9100-82F1C7C5C826}" dt="2026-10-13T15:32:46.716" v="2" actId="47"/>
        <pc:sldMkLst>
          <pc:docMk/>
          <pc:sldMk cId="2889896317" sldId="1232"/>
        </pc:sldMkLst>
      </pc:sldChg>
      <pc:sldChg chg="add del">
        <pc:chgData name="Tyler Hostetter" userId="5b8c5ebae3fb9c60" providerId="LiveId" clId="{E72C2050-1AE1-4949-9100-82F1C7C5C826}" dt="2026-10-13T15:32:46.716" v="2" actId="47"/>
        <pc:sldMkLst>
          <pc:docMk/>
          <pc:sldMk cId="1248091779" sldId="1233"/>
        </pc:sldMkLst>
      </pc:sldChg>
      <pc:sldChg chg="add del">
        <pc:chgData name="Tyler Hostetter" userId="5b8c5ebae3fb9c60" providerId="LiveId" clId="{E72C2050-1AE1-4949-9100-82F1C7C5C826}" dt="2026-10-13T15:32:46.716" v="2" actId="47"/>
        <pc:sldMkLst>
          <pc:docMk/>
          <pc:sldMk cId="4259056120" sldId="1234"/>
        </pc:sldMkLst>
      </pc:sldChg>
      <pc:sldChg chg="add del">
        <pc:chgData name="Tyler Hostetter" userId="5b8c5ebae3fb9c60" providerId="LiveId" clId="{E72C2050-1AE1-4949-9100-82F1C7C5C826}" dt="2026-10-13T15:32:46.716" v="2" actId="47"/>
        <pc:sldMkLst>
          <pc:docMk/>
          <pc:sldMk cId="1581414309" sldId="1235"/>
        </pc:sldMkLst>
      </pc:sldChg>
      <pc:sldMasterChg chg="addSldLayout delSldLayout">
        <pc:chgData name="Tyler Hostetter" userId="5b8c5ebae3fb9c60" providerId="LiveId" clId="{E72C2050-1AE1-4949-9100-82F1C7C5C826}" dt="2026-10-13T15:32:46.716" v="2" actId="47"/>
        <pc:sldMasterMkLst>
          <pc:docMk/>
          <pc:sldMasterMk cId="0" sldId="2147483659"/>
        </pc:sldMasterMkLst>
        <pc:sldLayoutChg chg="add del">
          <pc:chgData name="Tyler Hostetter" userId="5b8c5ebae3fb9c60" providerId="LiveId" clId="{E72C2050-1AE1-4949-9100-82F1C7C5C826}" dt="2026-10-13T15:32:37.526" v="1" actId="47"/>
          <pc:sldLayoutMkLst>
            <pc:docMk/>
            <pc:sldMasterMk cId="0" sldId="2147483659"/>
            <pc:sldLayoutMk cId="0" sldId="2147483650"/>
          </pc:sldLayoutMkLst>
        </pc:sldLayoutChg>
        <pc:sldLayoutChg chg="add del">
          <pc:chgData name="Tyler Hostetter" userId="5b8c5ebae3fb9c60" providerId="LiveId" clId="{E72C2050-1AE1-4949-9100-82F1C7C5C826}" dt="2026-10-13T15:32:46.716" v="2" actId="47"/>
          <pc:sldLayoutMkLst>
            <pc:docMk/>
            <pc:sldMasterMk cId="0" sldId="2147483659"/>
            <pc:sldLayoutMk cId="2606015034" sldId="2147483680"/>
          </pc:sldLayoutMkLst>
        </pc:sldLayoutChg>
        <pc:sldLayoutChg chg="add del">
          <pc:chgData name="Tyler Hostetter" userId="5b8c5ebae3fb9c60" providerId="LiveId" clId="{E72C2050-1AE1-4949-9100-82F1C7C5C826}" dt="2026-10-13T15:32:46.716" v="2" actId="47"/>
          <pc:sldLayoutMkLst>
            <pc:docMk/>
            <pc:sldMasterMk cId="0" sldId="2147483659"/>
            <pc:sldLayoutMk cId="591258583" sldId="2147483681"/>
          </pc:sldLayoutMkLst>
        </pc:sldLayoutChg>
        <pc:sldLayoutChg chg="add del">
          <pc:chgData name="Tyler Hostetter" userId="5b8c5ebae3fb9c60" providerId="LiveId" clId="{E72C2050-1AE1-4949-9100-82F1C7C5C826}" dt="2026-10-13T15:32:46.716" v="2" actId="47"/>
          <pc:sldLayoutMkLst>
            <pc:docMk/>
            <pc:sldMasterMk cId="0" sldId="2147483659"/>
            <pc:sldLayoutMk cId="1830235587" sldId="2147483682"/>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885CB01-6679-D646-ACB3-8B04B786C15F}" type="datetimeFigureOut">
              <a:rPr lang="en-US" smtClean="0"/>
              <a:t>2026-10-15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82AC0F4D-8A6F-1C4A-B6BF-1558431E4F79}" type="slidenum">
              <a:rPr lang="en-US" smtClean="0"/>
              <a:t>‹#›</a:t>
            </a:fld>
            <a:endParaRPr lang="en-US"/>
          </a:p>
        </p:txBody>
      </p:sp>
    </p:spTree>
    <p:extLst>
      <p:ext uri="{BB962C8B-B14F-4D97-AF65-F5344CB8AC3E}">
        <p14:creationId xmlns:p14="http://schemas.microsoft.com/office/powerpoint/2010/main" val="3554063017"/>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3.972"/>
    </inkml:context>
    <inkml:brush xml:id="br0">
      <inkml:brushProperty name="width" value="0.1" units="cm"/>
      <inkml:brushProperty name="height" value="0.1" units="cm"/>
    </inkml:brush>
  </inkml:definitions>
  <inkml:trace contextRef="#ctx0" brushRef="#br0">677 1 252 0 0,'-6'13'419'0'0,"1"0"0"0"0,0 1 0 0 0,1 0 0 0 0,-5 26 1 0 0,5-20-231 0 0,-9 29 0 0 0,-56 113 570 0 0,-12 36-540 0 0,-161 404-218 0 0,152-412-4 0 0,39-87 2 0 0,31-69 48 0 0,19-33-34 0 0,0 1 1 0 0,0-1-1 0 0,0 0 1 0 0,0 0-1 0 0,1 0 0 0 0,-1 0 1 0 0,-1 0-1 0 0,1 0 0 0 0,0 0 1 0 0,0-1-1 0 0,0 1 1 0 0,0 0-1 0 0,-1 0 0 0 0,1-1 1 0 0,0 1-1 0 0,-1-1 0 0 0,1 1 1 0 0,0-1-1 0 0,-1 0 1 0 0,1 1-1 0 0,0-1 0 0 0,-1 0 1 0 0,-2 0-1 0 0,2-1-9 0 0,1 0 1 0 0,0 0-1 0 0,-1 0 1 0 0,1 0-1 0 0,0 0 1 0 0,-1 0-1 0 0,1 0 0 0 0,0 0 1 0 0,0 0-1 0 0,0-1 1 0 0,0 1-1 0 0,0 0 1 0 0,0-1-1 0 0,1 1 0 0 0,-1-1 1 0 0,0 1-1 0 0,1-1 1 0 0,-1 1-1 0 0,1-1 0 0 0,-1 0 1 0 0,1-1-1 0 0,-6-40-11 0 0,5 31 16 0 0,-1-18-10 0 0,2-37 0 0 0,1 22-1 0 0,6-42-33 0 0,-16 130 36 0 0,2 1-1 0 0,2 0 1 0 0,1 0-1 0 0,5 76 1 0 0,-1-118-1 0 0,1 1 0 0 0,-1-1 1 0 0,0 0-1 0 0,1 0 1 0 0,-1 0-1 0 0,1 0 0 0 0,-1 0 1 0 0,1-1-1 0 0,0 1 1 0 0,0 0-1 0 0,0 0 0 0 0,0 0 1 0 0,0-1-1 0 0,0 1 1 0 0,1 0-1 0 0,-1-1 0 0 0,0 1 1 0 0,1-1-1 0 0,0 0 1 0 0,-1 1-1 0 0,1-1 0 0 0,0 0 1 0 0,-1 0-1 0 0,1 0 0 0 0,0 0 1 0 0,0 0-1 0 0,0 0 1 0 0,0-1-1 0 0,0 1 0 0 0,0-1 1 0 0,0 1-1 0 0,0-1 1 0 0,0 0-1 0 0,0 0 0 0 0,0 0 1 0 0,0 0-1 0 0,0 0 1 0 0,2-1-1 0 0,5 0-54 0 0,0 0-1 0 0,-1-1 1 0 0,1-1 0 0 0,-1 1 0 0 0,1-2-1 0 0,-1 1 1 0 0,13-8 0 0 0,10-8-879 0 0,-2-1 1 0 0,30-26-1 0 0,-31 21 102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4.622"/>
    </inkml:context>
    <inkml:brush xml:id="br0">
      <inkml:brushProperty name="width" value="0.1" units="cm"/>
      <inkml:brushProperty name="height" value="0.1" units="cm"/>
    </inkml:brush>
  </inkml:definitions>
  <inkml:trace contextRef="#ctx0" brushRef="#br0">308 139 40 0 0,'-31'73'835'0'0,"2"0"1"0"0,-18 79-1 0 0,-26 156 115 0 0,19-70-358 0 0,-20 74 522 0 0,112-497-119 0 0,26-108-288 0 0,48-55-383 0 0,-75 256-270 0 0,80-147 1 0 0,-109 224-46 0 0,35-53-14 0 0,-39 62 23 0 0,0 1-1 0 0,0 1 1 0 0,0-1 0 0 0,1 0 0 0 0,-1 1 0 0 0,1 0-1 0 0,0 0 1 0 0,1 1 0 0 0,10-7 0 0 0,-15 10 0 0 0,1-1 1 0 0,-1 0 0 0 0,1 1 0 0 0,0-1-1 0 0,-1 1 1 0 0,1-1 0 0 0,-1 1-1 0 0,1 0 1 0 0,0 0 0 0 0,-1 0-1 0 0,1 0 1 0 0,0 0 0 0 0,-1 0 0 0 0,1 0-1 0 0,0 1 1 0 0,-1-1 0 0 0,1 0-1 0 0,-1 1 1 0 0,1-1 0 0 0,-1 1 0 0 0,3 1-1 0 0,-2 0 8 0 0,0-1 0 0 0,0 1 0 0 0,-1 0 0 0 0,1 0 0 0 0,-1-1 0 0 0,1 1 0 0 0,-1 0 0 0 0,0 0 0 0 0,0 1 0 0 0,0-1-1 0 0,0 0 1 0 0,0 0 0 0 0,0 3 0 0 0,2 7 56 0 0,-1-1-1 0 0,-1 0 0 0 0,0 1 1 0 0,-1 22-1 0 0,-2-1-28 0 0,-2 1 0 0 0,-2-1 0 0 0,-1 0-1 0 0,-1 0 1 0 0,-1-1 0 0 0,-28 61 0 0 0,24-67-345 0 0,0 0 0 0 0,-2-1 1 0 0,-1 0-1 0 0,-1-2 1 0 0,-1 0-1 0 0,-1 0 0 0 0,-1-2 1 0 0,-31 26-1 0 0,42-40-234 0 0,0 0 0 0 0,0-1 0 0 0,-16 8 0 0 0,21-12 287 0 0,-1-1-1 0 0,1 1 1 0 0,0-1-1 0 0,-1 1 1 0 0,1-1 0 0 0,-1 0-1 0 0,0-1 1 0 0,1 1-1 0 0,-1-1 1 0 0,1 0 0 0 0,-7-1-1 0 0,-10-4-816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5.195"/>
    </inkml:context>
    <inkml:brush xml:id="br0">
      <inkml:brushProperty name="width" value="0.1" units="cm"/>
      <inkml:brushProperty name="height" value="0.1" units="cm"/>
    </inkml:brush>
  </inkml:definitions>
  <inkml:trace contextRef="#ctx0" brushRef="#br0">63 260 280 0 0,'-13'48'674'0'0,"9"-31"-44"0"0,0 0 1 0 0,-2-1-1 0 0,-13 31 1 0 0,19-47-563 0 0,0 1 0 0 0,0 0 0 0 0,-1-1 0 0 0,1 1 0 0 0,0 0 0 0 0,-1-1 1 0 0,1 1-1 0 0,0-1 0 0 0,-1 1 0 0 0,1 0 0 0 0,-1-1 0 0 0,1 1 0 0 0,-1-1 0 0 0,1 0 1 0 0,-1 1-1 0 0,1-1 0 0 0,-1 1 0 0 0,0-1 0 0 0,1 0 0 0 0,-1 1 0 0 0,-1-1 0 0 0,2 0-28 0 0,-1 0 0 0 0,1-1 0 0 0,0 1-1 0 0,-1 0 1 0 0,1-1 0 0 0,0 1 0 0 0,-1 0-1 0 0,1-1 1 0 0,0 1 0 0 0,-1-1-1 0 0,1 1 1 0 0,0-1 0 0 0,0 1 0 0 0,-1-1-1 0 0,1 1 1 0 0,0-1 0 0 0,0 1-1 0 0,0-1 1 0 0,0 1 0 0 0,0-1 0 0 0,0 0-1 0 0,0-36 362 0 0,7 8-442 0 0,2-1 1 0 0,0 2 0 0 0,2-1 0 0 0,1 1 0 0 0,2 1 0 0 0,0 1 0 0 0,24-34 0 0 0,-27 46-289 0 0,0 1-1 0 0,1 1 1 0 0,0-1 0 0 0,1 2-1 0 0,0 0 1 0 0,1 0 0 0 0,20-11 0 0 0,-34 22 325 0 0,0-1 1 0 0,1 1 0 0 0,-1 0 0 0 0,0-1 0 0 0,1 1 0 0 0,-1 0 0 0 0,1-1-1 0 0,-1 1 1 0 0,1 0 0 0 0,-1-1 0 0 0,1 1 0 0 0,-1 0 0 0 0,1 0 0 0 0,-1 0-1 0 0,1 0 1 0 0,-1-1 0 0 0,1 1 0 0 0,-1 0 0 0 0,1 0 0 0 0,0 0-1 0 0,-1 0 1 0 0,1 0 0 0 0,-1 0 0 0 0,1 0 0 0 0,-1 0 0 0 0,1 1 0 0 0,-1-1-1 0 0,1 0 1 0 0,-1 0 0 0 0,1 0 0 0 0,-1 0 0 0 0,1 1 0 0 0,-1-1-1 0 0,1 0 1 0 0,-1 1 0 0 0,1-1 0 0 0,-1 0 0 0 0,1 1 0 0 0,-1-1 0 0 0,0 0-1 0 0,1 1 1 0 0,-1-1 0 0 0,0 1 0 0 0,1-1 0 0 0,-1 1 0 0 0,0-1 0 0 0,0 1-1 0 0,1-1 1 0 0,-1 1 0 0 0,0-1 0 0 0,0 1 0 0 0,0-1 0 0 0,0 1-1 0 0,0-1 1 0 0,0 1 0 0 0,1 0 0 0 0,-1-1 0 0 0,-1 1 0 0 0,1-1 0 0 0,0 1-1 0 0,0-1 1 0 0,0 2 0 0 0,-7 42 171 0 0,5-37-131 0 0,-29 114 622 0 0,18-75-306 0 0,2 0 0 0 0,-10 83 0 0 0,21-125-317 0 0,0 1 1 0 0,0-1 0 0 0,0 1-1 0 0,1-1 1 0 0,0 1-1 0 0,-1-1 1 0 0,2 0 0 0 0,1 6-1 0 0,-3-9-20 0 0,1 0 0 0 0,-1 0 0 0 0,0 0 0 0 0,1 0 0 0 0,0 0 0 0 0,-1 0 0 0 0,1 0 0 0 0,0-1 0 0 0,-1 1 0 0 0,1 0 0 0 0,0 0 0 0 0,0 0 0 0 0,0-1 0 0 0,0 1 0 0 0,0 0 0 0 0,0-1 0 0 0,0 1 0 0 0,0-1 0 0 0,0 1 0 0 0,0-1 0 0 0,0 0 0 0 0,0 1 0 0 0,0-1 0 0 0,0 0 0 0 0,0 0 0 0 0,0 0 0 0 0,1 1 0 0 0,-1-1 0 0 0,0-1 0 0 0,0 1 0 0 0,0 0 0 0 0,0 0 0 0 0,0 0 0 0 0,0 0 0 0 0,1-1 0 0 0,-1 1 0 0 0,1-1 0 0 0,6-3 71 0 0,1 0 0 0 0,-1-1 1 0 0,0 0-1 0 0,0-1 1 0 0,-1 1-1 0 0,0-1 0 0 0,0-1 1 0 0,0 1-1 0 0,9-13 1 0 0,2-5 88 0 0,27-44 1 0 0,-39 58-146 0 0,-1 1 0 0 0,-1-1 1 0 0,1 1-1 0 0,-2-1 0 0 0,1-1 0 0 0,-1 1 1 0 0,-1 0-1 0 0,0-1 0 0 0,1-11 0 0 0,-3 18-37 0 0,0 0-1 0 0,0 0 0 0 0,0-1 0 0 0,-1 1 1 0 0,0 0-1 0 0,0 0 0 0 0,0 0 0 0 0,0 0 0 0 0,0 0 1 0 0,-1 1-1 0 0,0-1 0 0 0,1 0 0 0 0,-2 0 0 0 0,1 1 1 0 0,0 0-1 0 0,-1-1 0 0 0,1 1 0 0 0,-1 0 1 0 0,0 0-1 0 0,0 0 0 0 0,0 1 0 0 0,0-1 0 0 0,-1 1 1 0 0,1-1-1 0 0,-8-2 0 0 0,-8-4-516 0 0,4 2-1228 0 0,0-1 0 0 0,-13-10 0 0 0,20 12 657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5.421"/>
    </inkml:context>
    <inkml:brush xml:id="br0">
      <inkml:brushProperty name="width" value="0.1" units="cm"/>
      <inkml:brushProperty name="height" value="0.1" units="cm"/>
    </inkml:brush>
  </inkml:definitions>
  <inkml:trace contextRef="#ctx0" brushRef="#br0">14 19 736 0 0,'7'-18'2470'0'0,"-6"34"-401"0"0,-2-1-2108 0 0,-9 229 2254 0 0,-1 0-1912 0 0,11-191-455 0 0,2 96-981 0 0,0-124 242 0 0,1 0 0 0 0,1-1 0 0 0,14 46 1 0 0,-4-39-391 0 0,3-10 128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5.689"/>
    </inkml:context>
    <inkml:brush xml:id="br0">
      <inkml:brushProperty name="width" value="0.1" units="cm"/>
      <inkml:brushProperty name="height" value="0.1" units="cm"/>
    </inkml:brush>
  </inkml:definitions>
  <inkml:trace contextRef="#ctx0" brushRef="#br0">161 2 344 0 0,'-1'0'75'0'0,"1"-1"0"0"0,-1 1 0 0 0,0 0-1 0 0,1 0 1 0 0,-1 0 0 0 0,0 0 0 0 0,0-1 0 0 0,1 1 0 0 0,-1 0 0 0 0,0 0-1 0 0,1 1 1 0 0,-1-1 0 0 0,0 0 0 0 0,1 0 0 0 0,-1 0 0 0 0,0 0 0 0 0,1 1-1 0 0,-1-1 1 0 0,0 0 0 0 0,1 0 0 0 0,-1 1 0 0 0,1-1 0 0 0,-1 1 0 0 0,0-1-1 0 0,1 0 1 0 0,-1 1 0 0 0,1-1 0 0 0,-1 1 0 0 0,1-1 0 0 0,0 1 0 0 0,-1 0-1 0 0,-18 22 590 0 0,16-20-494 0 0,-13 20 6 0 0,1 1 1 0 0,1 0-1 0 0,1 1 1 0 0,1 0-1 0 0,1 1 0 0 0,2 0 1 0 0,0 1-1 0 0,-7 40 0 0 0,15-59-160 0 0,0 0-1 0 0,0 0 0 0 0,1 0 0 0 0,0 0 0 0 0,0 0 0 0 0,1 1 0 0 0,0-1 0 0 0,0 0 0 0 0,4 9 0 0 0,-5-15-9 0 0,1 0 0 0 0,0 0-1 0 0,0-1 1 0 0,0 1-1 0 0,0 0 1 0 0,0 0 0 0 0,0-1-1 0 0,0 1 1 0 0,0-1-1 0 0,1 1 1 0 0,-1-1 0 0 0,0 0-1 0 0,1 1 1 0 0,0-1-1 0 0,-1 0 1 0 0,1 0 0 0 0,2 1-1 0 0,-2-1 6 0 0,0-1-1 0 0,0 1 1 0 0,1-1-1 0 0,-1 0 1 0 0,0 0-1 0 0,0 0 1 0 0,1 0-1 0 0,-1 0 1 0 0,0-1-1 0 0,0 1 1 0 0,0 0-1 0 0,1-1 1 0 0,-1 0-1 0 0,0 0 1 0 0,0 1-1 0 0,0-1 1 0 0,0 0-1 0 0,3-3 1 0 0,1 1 7 0 0,0-1 0 0 0,-1 0 0 0 0,1-1 1 0 0,-1 1-1 0 0,0-1 0 0 0,0 0 0 0 0,-1 0 0 0 0,0 0 1 0 0,0-1-1 0 0,7-11 0 0 0,-6 6 40 0 0,0 1 0 0 0,-1-1 0 0 0,-1 0 0 0 0,0 0 0 0 0,4-22 0 0 0,-4 2-505 0 0,-2 0 0 0 0,-1 0 0 0 0,-8-59 0 0 0,8 79-355 0 0,-4-9-1447 0 0,1 16 1276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6.054"/>
    </inkml:context>
    <inkml:brush xml:id="br0">
      <inkml:brushProperty name="width" value="0.1" units="cm"/>
      <inkml:brushProperty name="height" value="0.1" units="cm"/>
    </inkml:brush>
  </inkml:definitions>
  <inkml:trace contextRef="#ctx0" brushRef="#br0">1 0 452 0 0,'1'2'211'0'0,"0"-1"0"0"0,0 1 1 0 0,-1 0-1 0 0,1-1 0 0 0,-1 1 0 0 0,1 0 0 0 0,-1 0 1 0 0,0 0-1 0 0,0-1 0 0 0,1 1 0 0 0,-1 0 0 0 0,-1 0 1 0 0,1 0-1 0 0,-1 2 0 0 0,1 6 229 0 0,-3 61 1242 0 0,2 36 66 0 0,2-90-1450 0 0,0-1 0 0 0,1 1 0 0 0,1-1 0 0 0,8 25 0 0 0,-11-41-275 0 0,0 1 0 0 0,0-1-1 0 0,1 1 1 0 0,-1-1 0 0 0,0 1 0 0 0,0-1-1 0 0,0 1 1 0 0,1-1 0 0 0,-1 1 0 0 0,0-1-1 0 0,1 1 1 0 0,-1-1 0 0 0,0 0 0 0 0,1 1-1 0 0,-1-1 1 0 0,1 1 0 0 0,-1-1 0 0 0,1 0 0 0 0,-1 1-1 0 0,0-1 1 0 0,1 0 0 0 0,-1 0 0 0 0,1 0-1 0 0,0 1 1 0 0,-1-1 0 0 0,1 0 0 0 0,-1 0-1 0 0,1 0 1 0 0,0 0 0 0 0,0 0 31 0 0,0 0 1 0 0,0-1-1 0 0,1 1 1 0 0,-1 0 0 0 0,0-1-1 0 0,0 0 1 0 0,0 1-1 0 0,0-1 1 0 0,0 1-1 0 0,0-1 1 0 0,0 0-1 0 0,2-1 1 0 0,24-31 1132 0 0,-25 30-1062 0 0,39-68 1397 0 0,-28 47-792 0 0,20-28-1 0 0,-33 52-721 0 0,0 0-1 0 0,0-1 1 0 0,0 1-1 0 0,0 0 1 0 0,0 0-1 0 0,0 0 1 0 0,0 0-1 0 0,0-1 1 0 0,0 1-1 0 0,0 0 1 0 0,0 0-1 0 0,1 0 1 0 0,-1 0-1 0 0,0 0 1 0 0,0-1-1 0 0,0 1 1 0 0,0 0-1 0 0,0 0 1 0 0,0 0-1 0 0,1 0 1 0 0,-1 0-1 0 0,0 0 1 0 0,0 0-1 0 0,0 0 1 0 0,0 0-1 0 0,1 0 1 0 0,-1-1-1 0 0,0 1 1 0 0,0 0-1 0 0,0 0 1 0 0,1 0-1 0 0,-1 0 1 0 0,0 0-1 0 0,0 0 1 0 0,0 0-1 0 0,0 0 1 0 0,1 0-1 0 0,-1 1 1 0 0,0-1-1 0 0,0 0 1 0 0,0 0-1 0 0,0 0 1 0 0,1 0-1 0 0,-1 0 1 0 0,0 0-1 0 0,0 0 1 0 0,0 0-1 0 0,0 0 1 0 0,1 1-1 0 0,2 11 145 0 0,-3 26-122 0 0,0-30-1 0 0,0 0-9 0 0,0 21-531 0 0,7 56-1 0 0,-6-77-237 0 0,1 0 0 0 0,-1 0 0 0 0,2-1-1 0 0,-1 1 1 0 0,1 0 0 0 0,1-1 0 0 0,-1 1 0 0 0,1-1 0 0 0,0 0 0 0 0,1-1 0 0 0,9 12-1 0 0,-12-16 373 0 0,0 0 0 0 0,1 0 0 0 0,-1 0-1 0 0,0-1 1 0 0,1 1 0 0 0,-1-1-1 0 0,1 0 1 0 0,-1 0 0 0 0,5 2-1 0 0,10 0-971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6.730"/>
    </inkml:context>
    <inkml:brush xml:id="br0">
      <inkml:brushProperty name="width" value="0.1" units="cm"/>
      <inkml:brushProperty name="height" value="0.1" units="cm"/>
    </inkml:brush>
  </inkml:definitions>
  <inkml:trace contextRef="#ctx0" brushRef="#br0">148 91 56 0 0,'4'-8'785'0'0,"-1"0"0"0"0,0 0 0 0 0,-1 0 0 0 0,2-9 1 0 0,0-23 9032 0 0,-3 40-9694 0 0,-12 1 253 0 0,-11-2 192 0 0,16 1-540 0 0,-1-1 0 0 0,1 1 0 0 0,0 0 0 0 0,-1 0 1 0 0,1 1-1 0 0,0 0 0 0 0,-1 0 0 0 0,1 1 0 0 0,0-1 0 0 0,0 1 0 0 0,0 0 0 0 0,0 1 0 0 0,0 0 0 0 0,-8 5 0 0 0,11-6-26 0 0,0 1 0 0 0,0 0 1 0 0,0 0-1 0 0,0 0 0 0 0,0 0 0 0 0,0 0 0 0 0,1 0 1 0 0,0 1-1 0 0,-1-1 0 0 0,-1 6 0 0 0,4-8-4 0 0,-1 1 1 0 0,1-1-1 0 0,-1 0 0 0 0,1 1 1 0 0,0-1-1 0 0,-1 0 0 0 0,1 1 0 0 0,0-1 1 0 0,0 1-1 0 0,0-1 0 0 0,0 0 1 0 0,0 1-1 0 0,1-1 0 0 0,-1 1 0 0 0,0-1 1 0 0,1 0-1 0 0,-1 1 0 0 0,0-1 0 0 0,1 0 1 0 0,0 0-1 0 0,-1 1 0 0 0,1-1 1 0 0,0 0-1 0 0,0 0 0 0 0,0 0 0 0 0,-1 0 1 0 0,1 0-1 0 0,0 0 0 0 0,0 0 1 0 0,1 0-1 0 0,-1 0 0 0 0,0 0 0 0 0,3 1 1 0 0,0 0-2 0 0,0 0 1 0 0,0 0-1 0 0,0 0 1 0 0,0 0-1 0 0,1-1 1 0 0,-1 0 0 0 0,1 0-1 0 0,-1 0 1 0 0,1 0-1 0 0,8-1 1 0 0,-1 0 2 0 0,-1-2 1 0 0,21-3-1 0 0,-22 2-13 0 0,0 1-1 0 0,0 1 0 0 0,0 0 0 0 0,0 0 0 0 0,14 1 1 0 0,-21 1 11 0 0,0 0-1 0 0,0 0 1 0 0,0 0 0 0 0,-1 0 0 0 0,1 0 0 0 0,0 1 0 0 0,-1-1-1 0 0,1 1 1 0 0,-1 0 0 0 0,0 0 0 0 0,1 0 0 0 0,-1 0 0 0 0,0 0 0 0 0,0 0-1 0 0,0 0 1 0 0,0 1 0 0 0,-1-1 0 0 0,1 1 0 0 0,-1-1 0 0 0,1 1-1 0 0,-1 0 1 0 0,1 4 0 0 0,3 6 7 0 0,-1 0-1 0 0,0 0 1 0 0,2 21 0 0 0,23 327-5 0 0,-23-229-25 0 0,-6 114-74 0 0,-6-198 77 0 0,5-44 18 0 0,0 0 0 0 0,0 0 0 0 0,0 0 0 0 0,0 0 0 0 0,-1-1 0 0 0,0 1 0 0 0,0 0 0 0 0,0-1 0 0 0,-4 6 0 0 0,5-8 2 0 0,0 0 0 0 0,0 0 1 0 0,0-1-1 0 0,0 1 1 0 0,0 0-1 0 0,-1-1 0 0 0,1 1 1 0 0,0-1-1 0 0,0 1 1 0 0,-1-1-1 0 0,1 0 0 0 0,0 1 1 0 0,-1-1-1 0 0,1 0 1 0 0,0 0-1 0 0,-1 0 0 0 0,1 0 1 0 0,-1 0-1 0 0,1 0 1 0 0,0 0-1 0 0,-1-1 0 0 0,1 1 1 0 0,0 0-1 0 0,0-1 0 0 0,-1 1 1 0 0,1-1-1 0 0,0 1 1 0 0,0-1-1 0 0,0 0 0 0 0,-1 1 1 0 0,0-3-1 0 0,-4 0 3 0 0,1-1-1 0 0,0 0 1 0 0,1 0 0 0 0,-1-1-1 0 0,-5-7 1 0 0,-8-10 43 0 0,1-2 0 0 0,1 0 0 0 0,2-1 1 0 0,0-1-1 0 0,2 0 0 0 0,1-1 0 0 0,-13-46 1 0 0,20 56-227 0 0,0-1 1 0 0,2 0-1 0 0,0 1 1 0 0,1-1-1 0 0,3-31 1 0 0,-1 35-463 0 0,1 0 1 0 0,1 1 0 0 0,1-1-1 0 0,0 1 1 0 0,0-1 0 0 0,1 1-1 0 0,14-24 1 0 0,6-6-2948 0 0,37-45 0 0 0,-37 55 2303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7.016"/>
    </inkml:context>
    <inkml:brush xml:id="br0">
      <inkml:brushProperty name="width" value="0.1" units="cm"/>
      <inkml:brushProperty name="height" value="0.1" units="cm"/>
    </inkml:brush>
  </inkml:definitions>
  <inkml:trace contextRef="#ctx0" brushRef="#br0">341 108 196 0 0,'2'-13'459'0'0,"0"1"-57"0"0,-1 1 0 0 0,1-19 0 0 0,-2 29-337 0 0,0-1-1 0 0,0 0 1 0 0,0 0-1 0 0,0 0 1 0 0,0 0-1 0 0,-1 0 1 0 0,1 0-1 0 0,-1 0 1 0 0,1 1 0 0 0,-1-1-1 0 0,0 0 1 0 0,1 0-1 0 0,-1 1 1 0 0,0-1-1 0 0,0 0 1 0 0,-1 1-1 0 0,1-1 1 0 0,0 1-1 0 0,0-1 1 0 0,-1 1 0 0 0,1 0-1 0 0,-2-2 1 0 0,1 3-15 0 0,1 0 0 0 0,0-1 0 0 0,0 1 0 0 0,-1 0 0 0 0,1 0 0 0 0,0 0 0 0 0,-1 0 0 0 0,1 0 0 0 0,0 0 0 0 0,0 0 0 0 0,-1 1 0 0 0,1-1 0 0 0,0 0 0 0 0,0 1 0 0 0,-1-1 0 0 0,1 1 0 0 0,0-1 0 0 0,0 1 0 0 0,0 0 0 0 0,-2 1 0 0 0,-21 17 651 0 0,18-13-601 0 0,1 0 1 0 0,0 1-1 0 0,0-1 0 0 0,0 1 1 0 0,1 0-1 0 0,0 1 0 0 0,1-1 1 0 0,-1 1-1 0 0,1-1 0 0 0,1 1 0 0 0,-1 0 1 0 0,1 0-1 0 0,1 0 0 0 0,-1 0 1 0 0,2 1-1 0 0,-1-1 0 0 0,1 0 1 0 0,0 1-1 0 0,1-1 0 0 0,0 0 0 0 0,0 0 1 0 0,1 0-1 0 0,0 0 0 0 0,0 0 1 0 0,1 0-1 0 0,0 0 0 0 0,0-1 0 0 0,1 1 1 0 0,8 12-1 0 0,4 1 226 0 0,-7-10 381 0 0,-1 0-1 0 0,0 0 1 0 0,-1 1-1 0 0,11 21 0 0 0,-17-29-599 0 0,0-1-1 0 0,1 1 0 0 0,-2-1 0 0 0,1 1 1 0 0,0 0-1 0 0,-1 0 0 0 0,1-1 0 0 0,-1 1 0 0 0,0 0 1 0 0,-1 0-1 0 0,1 0 0 0 0,-1-1 0 0 0,1 1 1 0 0,-1 0-1 0 0,0-1 0 0 0,0 1 0 0 0,-1 0 0 0 0,1-1 1 0 0,-1 0-1 0 0,0 1 0 0 0,-4 5 0 0 0,-5 4-687 0 0,-1-1-1 0 0,0 0 1 0 0,-1 0-1 0 0,0-2 1 0 0,-1 0-1 0 0,0 0 0 0 0,-26 12 1 0 0,-3 4-1947 0 0,-48 28-1978 0 0,43-26 2719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7.397"/>
    </inkml:context>
    <inkml:brush xml:id="br0">
      <inkml:brushProperty name="width" value="0.1" units="cm"/>
      <inkml:brushProperty name="height" value="0.1" units="cm"/>
    </inkml:brush>
  </inkml:definitions>
  <inkml:trace contextRef="#ctx0" brushRef="#br0">64 21 140 0 0,'0'-1'133'0'0,"0"0"-1"0"0,0 0 1 0 0,0 0 0 0 0,0 0-1 0 0,0 0 1 0 0,-1 1 0 0 0,1-1-1 0 0,0 0 1 0 0,-1 0 0 0 0,1 0-1 0 0,-1 0 1 0 0,1 0 0 0 0,-1 0-1 0 0,1 1 1 0 0,-1-1 0 0 0,1 0 0 0 0,-1 0-1 0 0,0 1 1 0 0,1-1 0 0 0,-1 1-1 0 0,0-1 1 0 0,0 0 0 0 0,0 1-1 0 0,1-1 1 0 0,-3 0 0 0 0,2 2-38 0 0,0 0 1 0 0,0-1 0 0 0,0 1 0 0 0,-1 0 0 0 0,1 0 0 0 0,0 0 0 0 0,0 0 0 0 0,0 0 0 0 0,0 0 0 0 0,1 0 0 0 0,-1 0 0 0 0,0 0-1 0 0,0 0 1 0 0,1 0 0 0 0,-1 1 0 0 0,0-1 0 0 0,1 0 0 0 0,0 1 0 0 0,-1 0 0 0 0,-6 16 109 0 0,1 0 0 0 0,1 0 0 0 0,0 1 0 0 0,2 0 0 0 0,-3 36 0 0 0,7 96-1574 0 0,8-76-2164 0 0,-12-61 2341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7.540"/>
    </inkml:context>
    <inkml:brush xml:id="br0">
      <inkml:brushProperty name="width" value="0.1" units="cm"/>
      <inkml:brushProperty name="height" value="0.1" units="cm"/>
    </inkml:brush>
  </inkml:definitions>
  <inkml:trace contextRef="#ctx0" brushRef="#br0">1 159 316 0 0,'3'-32'852'0'0,"-3"7"60"0"0,0 3-200 0 0,0 3-208 0 0,0 3-200 0 0,4 3-180 0 0,-4 4-180 0 0,3 3-168 0 0,1-1-148 0 0,-1 1-188 0 0,4 3-164 0 0,0 3-40 0 0,0 3 28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7.840"/>
    </inkml:context>
    <inkml:brush xml:id="br0">
      <inkml:brushProperty name="width" value="0.1" units="cm"/>
      <inkml:brushProperty name="height" value="0.1" units="cm"/>
    </inkml:brush>
  </inkml:definitions>
  <inkml:trace contextRef="#ctx0" brushRef="#br0">0 0 332 0 0,'6'101'1536'0'0,"-4"-48"-521"0"0,2-2-1 0 0,16 75 0 0 0,-20-125-967 0 0,0 0 0 0 0,0-1 0 0 0,0 1 0 0 0,0 0 1 0 0,0 0-1 0 0,0 0 0 0 0,1 0 0 0 0,-1 0 0 0 0,0 0 0 0 0,1-1 0 0 0,-1 1 0 0 0,1 0 0 0 0,-1 0 0 0 0,1-1 0 0 0,-1 1 0 0 0,1 0 1 0 0,-1-1-1 0 0,1 1 0 0 0,0 0 0 0 0,-1-1 0 0 0,1 1 0 0 0,0-1 0 0 0,0 1 0 0 0,-1-1 0 0 0,1 1 0 0 0,0-1 0 0 0,0 0 0 0 0,1 1 1 0 0,0-1 42 0 0,-1-1 1 0 0,0 1 0 0 0,1 0 0 0 0,-1-1 0 0 0,0 1 0 0 0,1-1 0 0 0,-1 0 0 0 0,0 0-1 0 0,0 1 1 0 0,0-1 0 0 0,1 0 0 0 0,-1 0 0 0 0,0 0 0 0 0,0 0 0 0 0,1-2 0 0 0,5-6 501 0 0,0-1 1 0 0,0 1-1 0 0,6-14 1 0 0,6-19 1009 0 0,-11 23-143 0 0,20-33 0 0 0,-28 52-1449 0 0,1-1 1 0 0,-1 1 0 0 0,0 0 0 0 0,0-1 0 0 0,1 1 0 0 0,-1 0-1 0 0,0-1 1 0 0,1 1 0 0 0,-1 0 0 0 0,0 0 0 0 0,1-1-1 0 0,-1 1 1 0 0,0 0 0 0 0,1 0 0 0 0,-1 0 0 0 0,1-1-1 0 0,-1 1 1 0 0,0 0 0 0 0,1 0 0 0 0,-1 0 0 0 0,1 0 0 0 0,-1 0-1 0 0,1 0 1 0 0,-1 0 0 0 0,0 0 0 0 0,1 0 0 0 0,-1 0-1 0 0,1 0 1 0 0,-1 0 0 0 0,1 0 0 0 0,-1 0 0 0 0,0 0-1 0 0,1 1 1 0 0,-1-1 0 0 0,1 0 0 0 0,-1 0 0 0 0,0 0 0 0 0,1 1-1 0 0,-1-1 1 0 0,0 0 0 0 0,1 0 0 0 0,-1 1 0 0 0,0-1-1 0 0,1 0 1 0 0,-1 1 0 0 0,0-1 0 0 0,0 0 0 0 0,1 1-1 0 0,-1-1 1 0 0,0 1 0 0 0,0-1 0 0 0,0 0 0 0 0,1 1-1 0 0,-1 0 1 0 0,14 29-66 0 0,-11-23 26 0 0,0-1-466 0 0,0 1 0 0 0,0-1 0 0 0,0 0 0 0 0,1-1 0 0 0,0 1-1 0 0,1-1 1 0 0,-1 0 0 0 0,7 6 0 0 0,-9-10 159 0 0,0 1 0 0 0,1-1-1 0 0,-1 1 1 0 0,1-1-1 0 0,0 0 1 0 0,-1 0 0 0 0,1 0-1 0 0,0-1 1 0 0,0 1-1 0 0,-1 0 1 0 0,1-1 0 0 0,0 0-1 0 0,0 0 1 0 0,0 0-1 0 0,0 0 1 0 0,0 0 0 0 0,-1-1-1 0 0,1 1 1 0 0,0-1-1 0 0,0 0 1 0 0,0 1 0 0 0,2-3-1 0 0,19-6-1393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8.096"/>
    </inkml:context>
    <inkml:brush xml:id="br0">
      <inkml:brushProperty name="width" value="0.1" units="cm"/>
      <inkml:brushProperty name="height" value="0.1" units="cm"/>
    </inkml:brush>
  </inkml:definitions>
  <inkml:trace contextRef="#ctx0" brushRef="#br0">148 57 88 0 0,'0'-3'296'0'0,"1"0"0"0"0,-1 1 0 0 0,1-1 0 0 0,-1 0 0 0 0,0 0 0 0 0,0 0 0 0 0,0 0 0 0 0,0 0 0 0 0,-1 0 0 0 0,1 0 0 0 0,-1 0 0 0 0,0 1 0 0 0,-1-5 0 0 0,1 6-138 0 0,0 0-1 0 0,0 0 1 0 0,0 0 0 0 0,0 0 0 0 0,0 0 0 0 0,0 0-1 0 0,0 0 1 0 0,0 1 0 0 0,-1-1 0 0 0,1 0 0 0 0,0 1 0 0 0,0-1-1 0 0,-1 1 1 0 0,1-1 0 0 0,0 1 0 0 0,-1 0 0 0 0,1 0-1 0 0,-1-1 1 0 0,1 1 0 0 0,0 0 0 0 0,-1 0 0 0 0,1 0-1 0 0,-1 0 1 0 0,1 1 0 0 0,0-1 0 0 0,-1 0 0 0 0,1 1 0 0 0,0-1-1 0 0,-3 1 1 0 0,2 0-28 0 0,-1-1 1 0 0,1 1-1 0 0,0-1 0 0 0,-1 1 0 0 0,1 0 1 0 0,0 0-1 0 0,0 0 0 0 0,-1 0 0 0 0,1 0 0 0 0,0 0 1 0 0,0 1-1 0 0,0-1 0 0 0,0 1 0 0 0,1 0 1 0 0,-1-1-1 0 0,0 1 0 0 0,1 0 0 0 0,-1 0 0 0 0,1 0 1 0 0,-1 0-1 0 0,1 0 0 0 0,0 0 0 0 0,0 0 1 0 0,0 1-1 0 0,0-1 0 0 0,1 0 0 0 0,-1 0 0 0 0,0 1 1 0 0,1-1-1 0 0,0 1 0 0 0,-1-1 0 0 0,1 1 1 0 0,0-1-1 0 0,0 0 0 0 0,1 3 0 0 0,0 2-61 0 0,1-1-1 0 0,0 0 1 0 0,0 1-1 0 0,0-1 1 0 0,1-1 0 0 0,0 1-1 0 0,0 0 1 0 0,1-1-1 0 0,-1 1 1 0 0,1-1-1 0 0,0 0 1 0 0,7 6-1 0 0,27 23 15 0 0,-27-26-49 0 0,-1 1-1 0 0,-1 0 1 0 0,1 1-1 0 0,11 15 1 0 0,-19-21-26 0 0,1 0 0 0 0,-1 1-1 0 0,0 0 1 0 0,0-1 0 0 0,0 1 0 0 0,0 0 0 0 0,-1 0 0 0 0,0 0-1 0 0,0 0 1 0 0,0 0 0 0 0,-1 0 0 0 0,0 0 0 0 0,0 0 0 0 0,0 0 0 0 0,-1 9-1 0 0,-1-5-116 0 0,-1 0 0 0 0,0 0 0 0 0,0 0 0 0 0,-1 0-1 0 0,0-1 1 0 0,0 1 0 0 0,-1-1 0 0 0,0 0 0 0 0,0-1-1 0 0,-1 1 1 0 0,0-1 0 0 0,-1 0 0 0 0,-7 7 0 0 0,10-10-391 0 0,-1 0 1 0 0,1-1 0 0 0,-1 1 0 0 0,1-1 0 0 0,-1 0-1 0 0,0 0 1 0 0,0 0 0 0 0,0-1 0 0 0,-1 0 0 0 0,1 0 0 0 0,0 0-1 0 0,-1-1 1 0 0,0 0 0 0 0,1 0 0 0 0,-1 0 0 0 0,0 0 0 0 0,1-1-1 0 0,-1 0 1 0 0,0 0 0 0 0,1-1 0 0 0,-1 0 0 0 0,-9-2 0 0 0,0-6-1085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8.508"/>
    </inkml:context>
    <inkml:brush xml:id="br0">
      <inkml:brushProperty name="width" value="0.1" units="cm"/>
      <inkml:brushProperty name="height" value="0.1" units="cm"/>
    </inkml:brush>
  </inkml:definitions>
  <inkml:trace contextRef="#ctx0" brushRef="#br0">0 466 84 0 0,'9'31'1709'0'0,"4"40"1"0"0,4 14-731 0 0,47 121-658 0 0,1 3-294 0 0,-61-193 2 0 0,0-1 0 0 0,-1 1 1 0 0,1 25-1 0 0,-4-41-27 0 0,0 0 1 0 0,0 0-1 0 0,0 0 0 0 0,0 0 0 0 0,0 0 1 0 0,0 0-1 0 0,0 0 0 0 0,0 1 0 0 0,0-1 1 0 0,0 0-1 0 0,0 0 0 0 0,0 0 0 0 0,0 0 1 0 0,0 0-1 0 0,0 0 0 0 0,0 0 1 0 0,0 0-1 0 0,0 1 0 0 0,0-1 0 0 0,0 0 1 0 0,0 0-1 0 0,0 0 0 0 0,0 0 0 0 0,0 0 1 0 0,0 0-1 0 0,0 0 0 0 0,0 0 0 0 0,0 0 1 0 0,0 1-1 0 0,0-1 0 0 0,0 0 0 0 0,0 0 1 0 0,0 0-1 0 0,0 0 0 0 0,0 0 0 0 0,0 0 1 0 0,0 0-1 0 0,0 0 0 0 0,0 0 0 0 0,0 0 1 0 0,-1 0-1 0 0,1 1 0 0 0,0-1 1 0 0,0 0-1 0 0,0 0 0 0 0,0 0 0 0 0,0 0 1 0 0,0 0-1 0 0,0 0 0 0 0,0 0 0 0 0,0 0 1 0 0,-1 0-1 0 0,1 0 0 0 0,0 0 0 0 0,0 0 1 0 0,0 0-1 0 0,0 0 0 0 0,0 0 0 0 0,0 0 1 0 0,0 0-1 0 0,0 0 0 0 0,-1 0 0 0 0,1 0 1 0 0,0 0-1 0 0,0 0 0 0 0,0 0 0 0 0,0 0 1 0 0,0 0-1 0 0,0-1 0 0 0,-7-8 154 0 0,-5-17 172 0 0,-6-32 575 0 0,2-1-1 0 0,2 0 0 0 0,-7-86 1 0 0,16 82-700 0 0,3 1 0 0 0,2-1 0 0 0,3 0 1 0 0,3 1-1 0 0,28-119 0 0 0,-23 138 59 0 0,2 0-1 0 0,2 1 0 0 0,1 0 0 0 0,30-51 0 0 0,-43 88-165 0 0,0 1 0 0 0,0-1 0 0 0,0 1-1 0 0,1 0 1 0 0,0 0 0 0 0,0 0-1 0 0,0 1 1 0 0,5-4 0 0 0,-8 6-68 0 0,0 0 0 0 0,0 1 1 0 0,0-1-1 0 0,0 1 1 0 0,0-1-1 0 0,0 1 0 0 0,0-1 1 0 0,0 1-1 0 0,0 0 1 0 0,1 0-1 0 0,-1 0 0 0 0,0-1 1 0 0,0 1-1 0 0,0 0 1 0 0,0 0-1 0 0,1 1 0 0 0,-1-1 1 0 0,0 0-1 0 0,0 0 1 0 0,0 0-1 0 0,0 1 0 0 0,0-1 1 0 0,0 1-1 0 0,1-1 1 0 0,-1 1-1 0 0,0-1 0 0 0,0 1 1 0 0,0 0-1 0 0,-1-1 0 0 0,1 1 1 0 0,0 0-1 0 0,0 0 1 0 0,0 0-1 0 0,0-1 0 0 0,-1 1 1 0 0,1 0-1 0 0,0 0 1 0 0,-1 0-1 0 0,1 0 0 0 0,-1 0 1 0 0,1 0-1 0 0,0 2 1 0 0,2 6 60 0 0,1 0 0 0 0,-1 1 0 0 0,-1-1 0 0 0,1 0 0 0 0,-2 1 0 0 0,1 0 0 0 0,-1 11 0 0 0,0 9 8 0 0,-4 31 0 0 0,0-26-31 0 0,-1-1-1 0 0,-15 55 0 0 0,14-73-263 0 0,-1 1 0 0 0,0-1 0 0 0,-1 0 0 0 0,-1-1 0 0 0,0 0 0 0 0,-1 0 0 0 0,-13 16 0 0 0,20-28-134 0 0,-1 0 0 0 0,1 0 0 0 0,0 0 1 0 0,-1-1-1 0 0,0 1 0 0 0,1-1 0 0 0,-1 1 1 0 0,0-1-1 0 0,0 0 0 0 0,0 0 0 0 0,-1-1 1 0 0,1 1-1 0 0,0-1 0 0 0,-1 1 0 0 0,1-1 1 0 0,-1 0-1 0 0,1 0 0 0 0,-1-1 0 0 0,1 1 1 0 0,-1-1-1 0 0,0 1 0 0 0,1-1 0 0 0,-1 0 1 0 0,0-1-1 0 0,1 1 0 0 0,-1-1 0 0 0,1 1 1 0 0,-1-1-1 0 0,1 0 0 0 0,-6-3 0 0 0,-12-7-1536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8.715"/>
    </inkml:context>
    <inkml:brush xml:id="br0">
      <inkml:brushProperty name="width" value="0.1" units="cm"/>
      <inkml:brushProperty name="height" value="0.1" units="cm"/>
    </inkml:brush>
  </inkml:definitions>
  <inkml:trace contextRef="#ctx0" brushRef="#br0">11 0 972 0 0,'7'16'1520'0'0,"-7"6"132"0"0,-4 0 93 0 0,1 3-417 0 0,-4 4-432 0 0,3-4-344 0 0,4 3-212 0 0,0-2-124 0 0,0-1-96 0 0,4 0-148 0 0,-1 0-288 0 0,1-3-324 0 0,-1 0-336 0 0,4-3-420 0 0,0-6-221 0 0,-3-4-23 0 0,-1-2 192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8.873"/>
    </inkml:context>
    <inkml:brush xml:id="br0">
      <inkml:brushProperty name="width" value="0.1" units="cm"/>
      <inkml:brushProperty name="height" value="0.1" units="cm"/>
    </inkml:brush>
  </inkml:definitions>
  <inkml:trace contextRef="#ctx0" brushRef="#br0">63 200 92 0 0,'0'-32'1200'0'0,"-7"4"156"0"0,0 6 140 0 0,-3 3-115 0 0,3 3-401 0 0,-4 3-316 0 0,4 1-204 0 0,0 2-160 0 0,4 4-216 0 0,-1 0-240 0 0,4-1-244 0 0,7 1-224 0 0,0 3-244 0 0,7-3-273 0 0,0-1-171 0 0,0 4 28 0 0,4 0 128 0 0,-4 3 176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9.445"/>
    </inkml:context>
    <inkml:brush xml:id="br0">
      <inkml:brushProperty name="width" value="0.1" units="cm"/>
      <inkml:brushProperty name="height" value="0.1" units="cm"/>
    </inkml:brush>
  </inkml:definitions>
  <inkml:trace contextRef="#ctx0" brushRef="#br0">0 181 628 0 0,'8'65'1040'0'0,"-6"-41"-430"0"0,1-1 1 0 0,1 1-1 0 0,1-1 0 0 0,15 44 0 0 0,-19-65-511 0 0,-1-1 0 0 0,1 0 0 0 0,-1 1 0 0 0,1-1 0 0 0,0 0 0 0 0,0 0 0 0 0,0 0 0 0 0,-1 0 0 0 0,1 1 0 0 0,0-1 0 0 0,0 0 0 0 0,1-1 0 0 0,1 3 0 0 0,-3-3-16 0 0,0 0 0 0 0,1 0 0 0 0,-1 0 0 0 0,1 0 0 0 0,-1 0 0 0 0,1 1 0 0 0,-1-1 0 0 0,1 0-1 0 0,-1 0 1 0 0,1 0 0 0 0,-1 0 0 0 0,1-1 0 0 0,-1 1 0 0 0,1 0 0 0 0,-1 0 0 0 0,1 0 0 0 0,-1 0 0 0 0,0 0-1 0 0,1-1 1 0 0,-1 1 0 0 0,1 0 0 0 0,-1 0 0 0 0,1-1 0 0 0,-1 1 0 0 0,0 0 0 0 0,1-1 0 0 0,1-1 230 0 0,0-1 1 0 0,0 1-1 0 0,0-1 1 0 0,-1 0-1 0 0,1 0 1 0 0,-1 0-1 0 0,0 0 1 0 0,0 0 0 0 0,2-5-1 0 0,6-37 1326 0 0,6-72 0 0 0,-12 78-1890 0 0,2-1 0 0 0,18-71-1 0 0,-22 109-36 0 0,1-1 0 0 0,-1 1 0 0 0,0 0 0 0 0,1 0 0 0 0,-1 0 0 0 0,1 0 0 0 0,0 1 0 0 0,-1-1 0 0 0,1 0 0 0 0,0 1 0 0 0,0-1 0 0 0,0 1 0 0 0,0-1 0 0 0,1 1 0 0 0,-1 0 0 0 0,0 0 0 0 0,0 0 0 0 0,1 0 0 0 0,-1 1 0 0 0,1-1 0 0 0,-1 1 0 0 0,4-1 0 0 0,2 0-354 0 0,0 0 0 0 0,0 0 1 0 0,1 1-1 0 0,-1 0 1 0 0,12 2-1 0 0,-10-1 491 0 0,0 2-1 0 0,0 0 1 0 0,-1 0 0 0 0,1 0 0 0 0,-1 1 0 0 0,0 1-1 0 0,0 0 1 0 0,9 6 0 0 0,-1 1 235 0 0,-1 1 0 0 0,-1 0 1 0 0,15 16-1 0 0,-25-23-87 0 0,-1-2 280 0 0,0 0 0 0 0,0 0 0 0 0,-1 0 0 0 0,0 0 0 0 0,0 1 0 0 0,4 6 0 0 0,-6-9-134 0 0,-1-1 1 0 0,0 1-1 0 0,1-1 0 0 0,-1 1 0 0 0,0-1 0 0 0,0 0 1 0 0,0 1-1 0 0,0-1 0 0 0,0 1 0 0 0,0-1 0 0 0,0 1 0 0 0,0-1 1 0 0,-1 1-1 0 0,1-1 0 0 0,0 1 0 0 0,-1-1 0 0 0,1 0 0 0 0,-1 1 1 0 0,0-1-1 0 0,1 0 0 0 0,-1 0 0 0 0,0 1 0 0 0,0-1 1 0 0,0 0-1 0 0,0 0 0 0 0,0 0 0 0 0,0 0 0 0 0,-2 2 0 0 0,-9 8 578 0 0,1 0 0 0 0,1 1 0 0 0,0 1 0 0 0,1 0 0 0 0,1 0-1 0 0,0 1 1 0 0,-11 25 0 0 0,18-38-707 0 0,1 0 0 0 0,-1 0 0 0 0,1 0 0 0 0,-1 0 0 0 0,1 1 0 0 0,0-1 0 0 0,-1 0 0 0 0,1 0 0 0 0,0 0 0 0 0,0 0 0 0 0,0 1 0 0 0,0-1 0 0 0,1 2 0 0 0,-1-3-10 0 0,0 1 0 0 0,0-1 0 0 0,0 0 0 0 0,0 1 0 0 0,1-1-1 0 0,-1 0 1 0 0,0 0 0 0 0,0 1 0 0 0,1-1 0 0 0,-1 0 0 0 0,0 0 0 0 0,0 1 0 0 0,1-1-1 0 0,-1 0 1 0 0,0 0 0 0 0,1 0 0 0 0,-1 0 0 0 0,0 1 0 0 0,0-1 0 0 0,1 0 0 0 0,-1 0-1 0 0,0 0 1 0 0,1 0 0 0 0,-1 0 0 0 0,1 0 0 0 0,-1 0 0 0 0,0 0 0 0 0,1 0 0 0 0,2 0 5 0 0,-1-1 0 0 0,0 1 0 0 0,0-1 0 0 0,1 0 0 0 0,-1 0 0 0 0,0 0 0 0 0,0 0 0 0 0,0 0 0 0 0,0 0 0 0 0,0-1 0 0 0,0 1 1 0 0,2-2-1 0 0,86-97 1199 0 0,-90 100-1196 0 0,1 0 0 0 0,-1 0 1 0 0,0 0-1 0 0,1 0 1 0 0,-1 0-1 0 0,0 0 0 0 0,1 0 1 0 0,-1 0-1 0 0,0 0 0 0 0,1 0 1 0 0,-1 0-1 0 0,0 0 0 0 0,1 0 1 0 0,-1 0-1 0 0,0 0 0 0 0,0 0 1 0 0,1 0-1 0 0,-1 0 0 0 0,0 0 1 0 0,1 0-1 0 0,-1 0 0 0 0,0 0 1 0 0,1 1-1 0 0,-1-1 0 0 0,0 0 1 0 0,0 0-1 0 0,1 0 0 0 0,-1 1 1 0 0,0-1-1 0 0,0 0 0 0 0,0 0 1 0 0,1 1-1 0 0,-1-1 0 0 0,0 0 1 0 0,0 0-1 0 0,0 1 0 0 0,0-1 1 0 0,1 0-1 0 0,-1 1 0 0 0,0-1 1 0 0,0 0-1 0 0,0 1 0 0 0,0-1 1 0 0,0 0-1 0 0,0 1 0 0 0,6 18 100 0 0,-5-17-83 0 0,4 16-128 0 0,1 6-213 0 0,11 25 0 0 0,-14-41-405 0 0,1-1 0 0 0,-1 0 0 0 0,2 0 1 0 0,5 8-1 0 0,-8-13 265 0 0,1 0 0 0 0,-1 0 1 0 0,1 0-1 0 0,0 0 0 0 0,0-1 1 0 0,0 1-1 0 0,0-1 0 0 0,0 0 1 0 0,0 0-1 0 0,0 0 0 0 0,0 0 1 0 0,1 0-1 0 0,-1-1 0 0 0,0 1 1 0 0,0-1-1 0 0,1 0 0 0 0,-1 0 1 0 0,0 0-1 0 0,1-1 0 0 0,-1 1 1 0 0,0-1-1 0 0,0 1 0 0 0,4-2 0 0 0,13-4-951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9.651"/>
    </inkml:context>
    <inkml:brush xml:id="br0">
      <inkml:brushProperty name="width" value="0.1" units="cm"/>
      <inkml:brushProperty name="height" value="0.1" units="cm"/>
    </inkml:brush>
  </inkml:definitions>
  <inkml:trace contextRef="#ctx0" brushRef="#br0">35 308 308 0 0,'-4'-75'3380'0'0,"-21"-125"0"0"0,20 168-2306 0 0,31 184 253 0 0,16 98-1658 0 0,-6-42-2314 0 0,-8-52-1968 0 0,-24-126 3481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9.844"/>
    </inkml:context>
    <inkml:brush xml:id="br0">
      <inkml:brushProperty name="width" value="0.1" units="cm"/>
      <inkml:brushProperty name="height" value="0.1" units="cm"/>
    </inkml:brush>
  </inkml:definitions>
  <inkml:trace contextRef="#ctx0" brushRef="#br0">90 155 136 0 0,'-5'-2'514'0'0,"0"1"0"0"0,0-1 0 0 0,0 1 0 0 0,0 1 0 0 0,0-1 0 0 0,0 1 0 0 0,0 0 0 0 0,0 0 0 0 0,0 0 0 0 0,0 1 0 0 0,-1-1 0 0 0,1 1 0 0 0,0 0 0 0 0,1 1 0 0 0,-1-1 0 0 0,-5 3 0 0 0,54-17 3 0 0,138-100-7341 0 0,-164 100 5926 0 0,10-6-315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49.953"/>
    </inkml:context>
    <inkml:brush xml:id="br0">
      <inkml:brushProperty name="width" value="0.1" units="cm"/>
      <inkml:brushProperty name="height" value="0.1" units="cm"/>
    </inkml:brush>
  </inkml:definitions>
  <inkml:trace contextRef="#ctx0" brushRef="#br0">1 1 192 0 0,'10'9'764'0'0,"1"7"20"0"0,-1 3-84 0 0,-3 6-116 0 0,4 0-96 0 0,-1 4-96 0 0,1 2-88 0 0,3 1-80 0 0,-4-1-64 0 0,4 1-68 0 0,0-1-92 0 0,0-2-124 0 0,0-4-144 0 0,0 0-152 0 0,0-3-204 0 0,0-3-212 0 0,-3-3-68 0 0,-4-4 36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50.113"/>
    </inkml:context>
    <inkml:brush xml:id="br0">
      <inkml:brushProperty name="width" value="0.1" units="cm"/>
      <inkml:brushProperty name="height" value="0.1" units="cm"/>
    </inkml:brush>
  </inkml:definitions>
  <inkml:trace contextRef="#ctx0" brushRef="#br0">8 28 420 0 0,'-4'-15'584'0'0,"1"5"-216"0"0,3 7-268 0 0,3 3-512 0 0,4 3-32 0 0,0 4-64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50.412"/>
    </inkml:context>
    <inkml:brush xml:id="br0">
      <inkml:brushProperty name="width" value="0.1" units="cm"/>
      <inkml:brushProperty name="height" value="0.1" units="cm"/>
    </inkml:brush>
  </inkml:definitions>
  <inkml:trace contextRef="#ctx0" brushRef="#br0">164 0 144 0 0,'-45'118'3804'0'0,"28"-78"-1440"0"0,-22 79-1 0 0,37-113-2182 0 0,-7 48 928 0 0,8-51-1073 0 0,1 0 1 0 0,0 1-1 0 0,0-1 0 0 0,0 0 0 0 0,1 0 1 0 0,-1 0-1 0 0,1 0 0 0 0,-1 0 0 0 0,1 0 1 0 0,0 0-1 0 0,0 0 0 0 0,1 0 0 0 0,-1 0 1 0 0,3 3-1 0 0,-3-5-32 0 0,0 0-1 0 0,-1 0 1 0 0,1 0-1 0 0,0 0 1 0 0,0 0 0 0 0,-1-1-1 0 0,1 1 1 0 0,0 0-1 0 0,0-1 1 0 0,0 1 0 0 0,0-1-1 0 0,0 1 1 0 0,0-1-1 0 0,0 1 1 0 0,0-1 0 0 0,0 0-1 0 0,0 1 1 0 0,0-1-1 0 0,0 0 1 0 0,0 0 0 0 0,1 0-1 0 0,-1 0 1 0 0,0 0-1 0 0,0 0 1 0 0,1 0 0 0 0,0-1-1 0 0,1 0 1 0 0,-1 0-1 0 0,0 0 1 0 0,0 0-1 0 0,0 0 0 0 0,0 0 1 0 0,0-1-1 0 0,0 1 1 0 0,0-1-1 0 0,0 1 1 0 0,1-3-1 0 0,3-2 12 0 0,-1 0-1 0 0,0-1 1 0 0,-1 0-1 0 0,1 0 1 0 0,5-13-1 0 0,-8 14 32 0 0,1-1 0 0 0,-1 1 1 0 0,0-1-1 0 0,-1 0 0 0 0,0 1 0 0 0,0-1 0 0 0,0 0 1 0 0,-1 0-1 0 0,0 0 0 0 0,0 0 0 0 0,-1 0 0 0 0,1 1 1 0 0,-2-1-1 0 0,1 0 0 0 0,-1 0 0 0 0,0 1 0 0 0,0-1 1 0 0,-1 1-1 0 0,0 0 0 0 0,0 0 0 0 0,0 0 0 0 0,-1 0 1 0 0,0 0-1 0 0,0 1 0 0 0,0-1 0 0 0,-1 1 0 0 0,0 0 1 0 0,0 1-1 0 0,0-1 0 0 0,-1 1 0 0 0,1 0 0 0 0,-1 0 1 0 0,-12-5-1 0 0,-24-8-3221 0 0,15 12-3120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0:50.776"/>
    </inkml:context>
    <inkml:brush xml:id="br0">
      <inkml:brushProperty name="width" value="0.1" units="cm"/>
      <inkml:brushProperty name="height" value="0.1" units="cm"/>
    </inkml:brush>
  </inkml:definitions>
  <inkml:trace contextRef="#ctx0" brushRef="#br0">11 1 700 0 0,'0'0'133'0'0,"-1"0"-1"0"0,1 0 1 0 0,-1 0 0 0 0,1 0-1 0 0,-1 1 1 0 0,1-1-1 0 0,-1 0 1 0 0,1 1 0 0 0,-1-1-1 0 0,1 0 1 0 0,-1 1 0 0 0,1-1-1 0 0,-1 0 1 0 0,1 1-1 0 0,0-1 1 0 0,-1 1 0 0 0,1-1-1 0 0,0 1 1 0 0,-1-1 0 0 0,1 1-1 0 0,0-1 1 0 0,0 1-1 0 0,-1-1 1 0 0,1 1 0 0 0,0-1-1 0 0,0 1 1 0 0,0 0 0 0 0,0-1-1 0 0,0 1 1 0 0,0-1-1 0 0,0 1 1 0 0,0-1 0 0 0,0 1-1 0 0,0 0 1 0 0,0-1 0 0 0,0 1-1 0 0,0-1 1 0 0,0 1-1 0 0,1 0 1 0 0,7 32 1170 0 0,-6-24-580 0 0,11 33 938 0 0,1-1 1 0 0,25 49-1 0 0,-36-83-1621 0 0,0 0 0 0 0,1 0 0 0 0,0-1 0 0 0,0 1 0 0 0,0-1 0 0 0,1 0 0 0 0,0 0 0 0 0,0 0 0 0 0,0-1 0 0 0,9 7 0 0 0,-13-12-26 0 0,0 1 1 0 0,1-1 0 0 0,-1 0 0 0 0,0 1 0 0 0,1-1 0 0 0,-1 0 0 0 0,0 1 0 0 0,1-1 0 0 0,-1 0 0 0 0,0 0-1 0 0,1 0 1 0 0,-1 0 0 0 0,1-1 0 0 0,-1 1 0 0 0,0 0 0 0 0,1-1 0 0 0,-1 1 0 0 0,0 0 0 0 0,0-1 0 0 0,1 1-1 0 0,-1-1 1 0 0,0 0 0 0 0,0 0 0 0 0,0 1 0 0 0,0-1 0 0 0,0 0 0 0 0,0 0 0 0 0,0 0 0 0 0,0 0 0 0 0,0 0-1 0 0,0 0 1 0 0,0 0 0 0 0,0-2 0 0 0,4-4 115 0 0,0 0 0 0 0,0 0 0 0 0,5-13 0 0 0,-9 19-121 0 0,14-36 390 0 0,-11 25-255 0 0,1 0-1 0 0,0 0 1 0 0,8-12 0 0 0,-12 23-136 0 0,-1 0 0 0 0,1 1-1 0 0,-1-1 1 0 0,1 0 0 0 0,0 1 0 0 0,-1-1-1 0 0,1 1 1 0 0,0-1 0 0 0,-1 1-1 0 0,1-1 1 0 0,0 1 0 0 0,0-1 0 0 0,-1 1-1 0 0,1 0 1 0 0,0 0 0 0 0,0-1 0 0 0,0 1-1 0 0,-1 0 1 0 0,1 0 0 0 0,0 0 0 0 0,0 0-1 0 0,0 0 1 0 0,0 0 0 0 0,0 0-1 0 0,-1 0 1 0 0,1 0 0 0 0,0 0 0 0 0,0 0-1 0 0,0 1 1 0 0,0-1 0 0 0,-1 0 0 0 0,1 1-1 0 0,0-1 1 0 0,0 0 0 0 0,-1 1 0 0 0,1-1-1 0 0,0 1 1 0 0,0 0 0 0 0,29 27 104 0 0,-23-21-83 0 0,5 5-14 0 0,2-1 0 0 0,-1 0 0 0 0,1-1 0 0 0,1 0 0 0 0,24 11 0 0 0,-5-5-552 0 0,55 16 0 0 0,-56-23-879 0 0,-21-6 176 0 0,0 0-1 0 0,-1 1 1 0 0,1 0-1 0 0,-1 1 1 0 0,0 0-1 0 0,0 0 1 0 0,0 2-1 0 0,12 8 1 0 0,-12-3-567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0.860"/>
    </inkml:context>
    <inkml:brush xml:id="br0">
      <inkml:brushProperty name="width" value="0.1" units="cm"/>
      <inkml:brushProperty name="height" value="0.1" units="cm"/>
    </inkml:brush>
  </inkml:definitions>
  <inkml:trace contextRef="#ctx0" brushRef="#br0">214 0 184 0 0,'-1'0'168'0'0,"0"1"1"0"0,1-1-1 0 0,-1 1 0 0 0,1-1 1 0 0,-1 1-1 0 0,1-1 0 0 0,-1 1 1 0 0,1-1-1 0 0,-1 1 0 0 0,1-1 1 0 0,0 1-1 0 0,-1-1 0 0 0,1 1 1 0 0,0 0-1 0 0,-1-1 1 0 0,1 1-1 0 0,0 0 0 0 0,0-1 1 0 0,0 1-1 0 0,-1 0 0 0 0,1-1 1 0 0,0 1-1 0 0,0 0 0 0 0,0 1 1 0 0,-3 28 2051 0 0,1-9-470 0 0,1-9-1210 0 0,0 0-1 0 0,0 1 0 0 0,2 20 0 0 0,1-2-137 0 0,7 260 903 0 0,-1-126-1259 0 0,-3-61-39 0 0,1 59-171 0 0,-6-157 101 0 0,0-1-1 0 0,-1 0 1 0 0,1 1 0 0 0,-1-1 0 0 0,0 0 0 0 0,-3 6-1 0 0,4-10 43 0 0,0 0-1 0 0,0 0 0 0 0,-1 0 0 0 0,1 0 0 0 0,-1 0 1 0 0,1 0-1 0 0,-1-1 0 0 0,1 1 0 0 0,-1 0 0 0 0,0 0 1 0 0,1 0-1 0 0,-1-1 0 0 0,0 1 0 0 0,0 0 0 0 0,1-1 1 0 0,-1 1-1 0 0,0-1 0 0 0,0 1 0 0 0,0-1 0 0 0,0 1 1 0 0,0-1-1 0 0,0 0 0 0 0,0 1 0 0 0,0-1 1 0 0,1 0-1 0 0,-1 0 0 0 0,0 0 0 0 0,0 0 0 0 0,0 0 1 0 0,0 0-1 0 0,0 0 0 0 0,0 0 0 0 0,0 0 0 0 0,0 0 1 0 0,0 0-1 0 0,0-1 0 0 0,0 1 0 0 0,0 0 0 0 0,-1-1 1 0 0,-10-5-30 0 0,2 0 0 0 0,-1-1 0 0 0,1 0 0 0 0,0-1 1 0 0,1 0-1 0 0,0-1 0 0 0,0 1 0 0 0,0-2 0 0 0,-10-15 1 0 0,-20-19 34 0 0,26 27 15 0 0,11 14-1 0 0,0 0 0 0 0,0 1-1 0 0,0-1 1 0 0,0 0-1 0 0,0 1 1 0 0,-1-1 0 0 0,1 1-1 0 0,-1 0 1 0 0,-3-2 0 0 0,6 4 1 0 0,0 0 1 0 0,0 0-1 0 0,0 0 1 0 0,-1 0-1 0 0,1 0 1 0 0,0 0-1 0 0,0 1 1 0 0,0-1-1 0 0,0 0 1 0 0,-1 0-1 0 0,1 0 1 0 0,0 0-1 0 0,0 1 1 0 0,0-1-1 0 0,0 0 1 0 0,0 0-1 0 0,0 0 1 0 0,0 0-1 0 0,-1 1 1 0 0,1-1-1 0 0,0 0 1 0 0,0 0 0 0 0,0 0-1 0 0,0 1 1 0 0,0-1-1 0 0,0 0 1 0 0,0 0-1 0 0,0 0 1 0 0,0 1-1 0 0,0-1 1 0 0,0 0-1 0 0,0 0 1 0 0,0 0-1 0 0,0 1 1 0 0,0-1-1 0 0,0 0 1 0 0,1 0-1 0 0,-1 0 1 0 0,0 1-1 0 0,0-1 1 0 0,0 0-1 0 0,0 0 1 0 0,0 0-1 0 0,0 0 1 0 0,1 1-1 0 0,3 15-1 0 0,-3-12 2 0 0,1 5 0 0 0,1 1 1 0 0,0-1-1 0 0,1-1 0 0 0,0 1 1 0 0,0 0-1 0 0,1-1 0 0 0,0 0 1 0 0,0 0-1 0 0,1-1 0 0 0,0 1 1 0 0,0-1-1 0 0,1 0 0 0 0,0-1 1 0 0,12 9-1 0 0,-14-11 1 0 0,1 0-1 0 0,0-1 1 0 0,0 0 0 0 0,0 0-1 0 0,1-1 1 0 0,-1 0 0 0 0,1 0 0 0 0,-1 0-1 0 0,1-1 1 0 0,0 0 0 0 0,-1 0-1 0 0,1-1 1 0 0,0 0 0 0 0,0 0-1 0 0,0 0 1 0 0,-1-1 0 0 0,1 0-1 0 0,0-1 1 0 0,-1 1 0 0 0,1-1-1 0 0,6-3 1 0 0,14-7-756 0 0,0-1 0 0 0,0-2 0 0 0,-1 0 0 0 0,-1-2 0 0 0,28-24 0 0 0,-47 36 114 0 0,0-1 1 0 0,-1 0-1 0 0,1 0 0 0 0,6-11 1 0 0,2-3-764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1.319"/>
    </inkml:context>
    <inkml:brush xml:id="br0">
      <inkml:brushProperty name="width" value="0.1" units="cm"/>
      <inkml:brushProperty name="height" value="0.1" units="cm"/>
    </inkml:brush>
  </inkml:definitions>
  <inkml:trace contextRef="#ctx0" brushRef="#br0">74 70 44 0 0,'4'-69'4069'0'0,"-15"107"-2635"0"0,-6 162-522 0 0,13-120-861 0 0,-1 69-296 0 0,4-81-1529 0 0,-2-1 0 0 0,-24 127 0 0 0,17-158 927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1.541"/>
    </inkml:context>
    <inkml:brush xml:id="br0">
      <inkml:brushProperty name="width" value="0.1" units="cm"/>
      <inkml:brushProperty name="height" value="0.1" units="cm"/>
    </inkml:brush>
  </inkml:definitions>
  <inkml:trace contextRef="#ctx0" brushRef="#br0">4 146 200 0 0,'-2'-37'1120'0'0,"1"26"-567"0"0,1 0 0 0 0,-1 0 0 0 0,2-1 0 0 0,2-16 0 0 0,-3 27-518 0 0,1-1 0 0 0,0 1-1 0 0,-1 0 1 0 0,1-1 0 0 0,0 1 0 0 0,0 0-1 0 0,0 0 1 0 0,0 0 0 0 0,0 0 0 0 0,0 0-1 0 0,0 0 1 0 0,0 0 0 0 0,0 0 0 0 0,0 0-1 0 0,1 1 1 0 0,-1-1 0 0 0,0 0 0 0 0,1 1-1 0 0,-1-1 1 0 0,0 1 0 0 0,1-1 0 0 0,-1 1-1 0 0,3-1 1 0 0,41-3-112 0 0,-33 4 18 0 0,128-9-3095 0 0,-109 9 2229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1.918"/>
    </inkml:context>
    <inkml:brush xml:id="br0">
      <inkml:brushProperty name="width" value="0.1" units="cm"/>
      <inkml:brushProperty name="height" value="0.1" units="cm"/>
    </inkml:brush>
  </inkml:definitions>
  <inkml:trace contextRef="#ctx0" brushRef="#br0">57 102 60 0 0,'29'-2'3045'0'0,"-24"1"-3038"0"0,-1-1-1 0 0,1 1 0 0 0,-1-1 0 0 0,0 0 0 0 0,1 0 1 0 0,-1 0-1 0 0,0 0 0 0 0,0-1 0 0 0,-1 0 0 0 0,1 0 0 0 0,4-4 1 0 0,-6 6 41 0 0,0-1 0 0 0,-1 1 0 0 0,1-1 0 0 0,-1 1 0 0 0,1-1 0 0 0,-1 0 0 0 0,0 1 0 0 0,0-1 0 0 0,0 0 0 0 0,0 0 0 0 0,0 0 0 0 0,0 0 1 0 0,0 0-1 0 0,-1 0 0 0 0,1 0 0 0 0,-1 0 0 0 0,0 0 0 0 0,1 0 0 0 0,-1 0 0 0 0,0-1 0 0 0,0 1 0 0 0,0-2 0 0 0,-1 2 63 0 0,0 1 1 0 0,1-1-1 0 0,-1 1 0 0 0,0 0 0 0 0,0-1 1 0 0,0 1-1 0 0,0 0 0 0 0,0 0 0 0 0,0-1 1 0 0,0 1-1 0 0,0 0 0 0 0,0 0 0 0 0,0 0 1 0 0,-1 0-1 0 0,1 1 0 0 0,-1-1 1 0 0,1 0-1 0 0,0 0 0 0 0,-1 1 0 0 0,1-1 1 0 0,-1 1-1 0 0,1 0 0 0 0,-1-1 0 0 0,1 1 1 0 0,-1 0-1 0 0,0 0 0 0 0,1 0 0 0 0,-1 0 1 0 0,1 0-1 0 0,-3 0 0 0 0,0 0 3 0 0,-1 0 0 0 0,1 1 1 0 0,0-1-1 0 0,-1 1 0 0 0,1 0 0 0 0,0 0 1 0 0,-1 1-1 0 0,1-1 0 0 0,0 1 0 0 0,0 0 0 0 0,0 0 1 0 0,0 0-1 0 0,1 1 0 0 0,-1-1 0 0 0,1 1 0 0 0,-1 0 1 0 0,1 0-1 0 0,0 0 0 0 0,0 0 0 0 0,0 1 1 0 0,0-1-1 0 0,1 1 0 0 0,-1 0 0 0 0,1-1 0 0 0,0 1 1 0 0,0 0-1 0 0,1 1 0 0 0,-2 3 0 0 0,-2 8-95 0 0,1 1 0 0 0,0 0 1 0 0,1 0-1 0 0,1-1 0 0 0,1 35 0 0 0,1-46-18 0 0,0-1 1 0 0,0 0-1 0 0,1 1 0 0 0,-1-1 1 0 0,1 0-1 0 0,0 1 0 0 0,1-1 1 0 0,-1 0-1 0 0,1 0 0 0 0,0 0 1 0 0,-1 0-1 0 0,2 0 0 0 0,3 5 1 0 0,-5-8-29 0 0,1 1 0 0 0,-1 0 0 0 0,1-1 0 0 0,0 1 0 0 0,0-1 0 0 0,0 0 0 0 0,0 0 1 0 0,0 0-1 0 0,0 0 0 0 0,0 0 0 0 0,0 0 0 0 0,0 0 0 0 0,0 0 0 0 0,1-1 0 0 0,-1 1 1 0 0,0-1-1 0 0,1 0 0 0 0,-1 0 0 0 0,0 0 0 0 0,1 0 0 0 0,-1 0 0 0 0,0 0 0 0 0,0-1 0 0 0,1 1 1 0 0,-1-1-1 0 0,0 1 0 0 0,3-2 0 0 0,8-4-680 0 0,0-1 0 0 0,-1 0-1 0 0,0 0 1 0 0,0-2 0 0 0,-1 1 0 0 0,0-1 0 0 0,13-14 0 0 0,17-13-2613 0 0,-29 26 2234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2.377"/>
    </inkml:context>
    <inkml:brush xml:id="br0">
      <inkml:brushProperty name="width" value="0.1" units="cm"/>
      <inkml:brushProperty name="height" value="0.1" units="cm"/>
    </inkml:brush>
  </inkml:definitions>
  <inkml:trace contextRef="#ctx0" brushRef="#br0">0 6 364 0 0,'0'0'465'0'0,"11"11"1418"0"0,-3 16-1142 0 0,-1 1 1 0 0,6 54-1 0 0,-3-15 94 0 0,1 14 1375 0 0,-11-81-2191 0 0,0 0 0 0 0,1 1-1 0 0,-1-1 1 0 0,0 0 0 0 0,0 0-1 0 0,0 1 1 0 0,0-1 0 0 0,0 0-1 0 0,0 1 1 0 0,0-1 0 0 0,1 0-1 0 0,-1 0 1 0 0,0 0 0 0 0,0 1-1 0 0,0-1 1 0 0,1 0 0 0 0,-1 0 0 0 0,0 0-1 0 0,0 1 1 0 0,1-1 0 0 0,-1 0-1 0 0,0 0 1 0 0,0 0 0 0 0,1 0-1 0 0,-1 0 1 0 0,0 0 0 0 0,0 1-1 0 0,1-1 1 0 0,-1 0 0 0 0,0 0-1 0 0,1 0 1 0 0,-1 0 0 0 0,0 0-1 0 0,1 0 1 0 0,-1 0 0 0 0,0 0-1 0 0,0 0 1 0 0,1 0 0 0 0,-1-1-1 0 0,0 1 1 0 0,1 0 0 0 0,-1 0-1 0 0,0 0 1 0 0,0 0 0 0 0,1 0-1 0 0,-1 0 1 0 0,0-1 0 0 0,0 1-1 0 0,1 0 1 0 0,-1 0 0 0 0,0 0-1 0 0,0-1 1 0 0,0 1 0 0 0,1 0-1 0 0,-1 0 1 0 0,0 0 0 0 0,0-1-1 0 0,14-15 652 0 0,-13 14-606 0 0,53-76 1639 0 0,22-29-1273 0 0,-61 89-1768 0 0,28-27 1 0 0,-38 41 627 0 0,0 0 0 0 0,0 1 0 0 0,0-1 0 0 0,1 1 0 0 0,-1 0 1 0 0,1 0-1 0 0,-1 0 0 0 0,1 1 0 0 0,0 0 0 0 0,8-2 0 0 0,0 1-477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2.838"/>
    </inkml:context>
    <inkml:brush xml:id="br0">
      <inkml:brushProperty name="width" value="0.1" units="cm"/>
      <inkml:brushProperty name="height" value="0.1" units="cm"/>
    </inkml:brush>
  </inkml:definitions>
  <inkml:trace contextRef="#ctx0" brushRef="#br0">0 106 248 0 0,'3'7'687'0'0,"-1"2"-1"0"0,-1-1 1 0 0,2 12-1 0 0,-2-12-13 0 0,0 0-1 0 0,0 0 0 0 0,4 11 0 0 0,-5-18-632 0 0,1-1 0 0 0,-1 0 0 0 0,0 1 0 0 0,0-1 0 0 0,1 0 0 0 0,-1 0 0 0 0,0 1 0 0 0,1-1 0 0 0,-1 0 0 0 0,0 0 0 0 0,1 1 0 0 0,-1-1 0 0 0,1 0 0 0 0,-1 0-1 0 0,0 0 1 0 0,1 0 0 0 0,-1 0 0 0 0,1 0 0 0 0,-1 0 0 0 0,0 1 0 0 0,1-1 0 0 0,-1 0 0 0 0,1 0 0 0 0,-1 0 0 0 0,0-1 0 0 0,1 1 0 0 0,-1 0 0 0 0,1 0 0 0 0,-1 0 0 0 0,0 0 0 0 0,1 0 0 0 0,-1 0 0 0 0,1-1 0 0 0,-1 1 0 0 0,0 0 0 0 0,1 0-1 0 0,-1-1 1 0 0,0 1 0 0 0,1 0 0 0 0,-1 0 0 0 0,0-1 0 0 0,0 1 0 0 0,1 0 0 0 0,-1-1 0 0 0,0 1 0 0 0,0 0 0 0 0,1-1 0 0 0,17-18 730 0 0,-17 17-654 0 0,11-13 247 0 0,-1-1-1 0 0,-1-1 1 0 0,14-27-1 0 0,-14 24 856 0 0,24-37-1 0 0,-34 57-1199 0 0,0 0 0 0 0,1 0 0 0 0,-1 0-1 0 0,0-1 1 0 0,0 1 0 0 0,0 0 0 0 0,0 0 0 0 0,0 0 0 0 0,0 0 0 0 0,0 0 0 0 0,0 0 0 0 0,1 0 0 0 0,-1 0 0 0 0,0 0-1 0 0,0 0 1 0 0,0 0 0 0 0,0 0 0 0 0,0 0 0 0 0,0-1 0 0 0,1 1 0 0 0,-1 0 0 0 0,0 0 0 0 0,0 0 0 0 0,0 0 0 0 0,0 0-1 0 0,0 0 1 0 0,0 0 0 0 0,1 0 0 0 0,-1 0 0 0 0,0 1 0 0 0,0-1 0 0 0,0 0 0 0 0,0 0 0 0 0,0 0 0 0 0,0 0 0 0 0,1 0-1 0 0,-1 0 1 0 0,0 0 0 0 0,0 0 0 0 0,0 0 0 0 0,0 0 0 0 0,0 0 0 0 0,0 0 0 0 0,0 0 0 0 0,0 1 0 0 0,1-1 0 0 0,4 9 277 0 0,4 19-353 0 0,-8-22 130 0 0,0-3-78 0 0,0-1 1 0 0,-1 0 0 0 0,1 1 0 0 0,0-1 0 0 0,0 0 0 0 0,1 0-1 0 0,-1 0 1 0 0,0 0 0 0 0,1 0 0 0 0,-1 0 0 0 0,1 0 0 0 0,0 0-1 0 0,-1 0 1 0 0,1-1 0 0 0,0 1 0 0 0,0-1 0 0 0,0 1-1 0 0,0-1 1 0 0,1 0 0 0 0,-1 0 0 0 0,0 0 0 0 0,0 0 0 0 0,1 0-1 0 0,-1 0 1 0 0,0-1 0 0 0,1 1 0 0 0,-1-1 0 0 0,1 0 0 0 0,-1 0-1 0 0,1 0 1 0 0,-1 0 0 0 0,1 0 0 0 0,-1 0 0 0 0,1 0 0 0 0,2-2-1 0 0,4 0-4 0 0,0-1-1 0 0,0 0 1 0 0,0 0-1 0 0,0-1 1 0 0,-1 0 0 0 0,1-1-1 0 0,12-9 1 0 0,-19 12 29 0 0,-1 1 1 0 0,1 0 0 0 0,0-1 0 0 0,0 1 0 0 0,0 0 0 0 0,0 0 0 0 0,-1 0 0 0 0,2 1-1 0 0,-1-1 1 0 0,0 0 0 0 0,0 1 0 0 0,4-1 0 0 0,-4 1-5 0 0,-1 1-1 0 0,1-1 1 0 0,-1 1 0 0 0,0-1 0 0 0,1 1-1 0 0,-1 0 1 0 0,0-1 0 0 0,1 1 0 0 0,-1 0-1 0 0,0 0 1 0 0,0 0 0 0 0,0 0 0 0 0,1 0-1 0 0,-1 1 1 0 0,0-1 0 0 0,-1 0 0 0 0,1 0-1 0 0,0 1 1 0 0,1 1 0 0 0,12 14 64 0 0,-11-15-607 0 0,-1 0 0 0 0,1 0 0 0 0,0 0 0 0 0,-1 0-1 0 0,1 0 1 0 0,0-1 0 0 0,6 3 0 0 0,-7-3 157 0 0,0-1 0 0 0,0 1 0 0 0,1-1 0 0 0,-1 0 0 0 0,0 1 0 0 0,1-1 0 0 0,-1 0 0 0 0,0 0 1 0 0,1-1-1 0 0,-1 1 0 0 0,0 0 0 0 0,1-1 0 0 0,-1 1 0 0 0,0-1 0 0 0,0 0 0 0 0,0 0 0 0 0,1 0 0 0 0,-1 0 0 0 0,0 0 0 0 0,0 0 0 0 0,2-3 0 0 0,7-5-968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2.979"/>
    </inkml:context>
    <inkml:brush xml:id="br0">
      <inkml:brushProperty name="width" value="0.1" units="cm"/>
      <inkml:brushProperty name="height" value="0.1" units="cm"/>
    </inkml:brush>
  </inkml:definitions>
  <inkml:trace contextRef="#ctx0" brushRef="#br0">57 0 392 0 0,'-4'6'816'0'0,"1"7"52"0"0,-4 0-228 0 0,-4 2-220 0 0,4 4-144 0 0,0 0-92 0 0,0 0-68 0 0,0 3-52 0 0,4-3-32 0 0,3 0-20 0 0,0 0-52 0 0,0-3-112 0 0,3-4-164 0 0,4 1-260 0 0,0-4-168 0 0,0-2-76 0 0,4-4-12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3.137"/>
    </inkml:context>
    <inkml:brush xml:id="br0">
      <inkml:brushProperty name="width" value="0.1" units="cm"/>
      <inkml:brushProperty name="height" value="0.1" units="cm"/>
    </inkml:brush>
  </inkml:definitions>
  <inkml:trace contextRef="#ctx0" brushRef="#br0">18 121 680 0 0,'0'-22'1012'0'0,"0"3"68"0"0,0 3-244 0 0,-4 3-224 0 0,1 4-180 0 0,-1 0-152 0 0,1-1-124 0 0,3 4-124 0 0,-4 3-140 0 0,4-1-164 0 0,0 1-192 0 0,7 0-1172 0 0,0 3 648 0 0,0-3 40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3.440"/>
    </inkml:context>
    <inkml:brush xml:id="br0">
      <inkml:brushProperty name="width" value="0.1" units="cm"/>
      <inkml:brushProperty name="height" value="0.1" units="cm"/>
    </inkml:brush>
  </inkml:definitions>
  <inkml:trace contextRef="#ctx0" brushRef="#br0">26 1 276 0 0,'-8'29'514'0'0,"2"0"-1"0"0,2 0 1 0 0,-3 54-1 0 0,7-74-448 0 0,0-1 50 0 0,0 1-1 0 0,0-1 1 0 0,0 1 0 0 0,1 0 0 0 0,1-1 0 0 0,0 0 0 0 0,4 15 0 0 0,-5-22-80 0 0,-1 0-1 0 0,0 0 1 0 0,1-1-1 0 0,-1 1 0 0 0,1 0 1 0 0,-1 0-1 0 0,1-1 1 0 0,-1 1-1 0 0,1 0 0 0 0,-1-1 1 0 0,1 1-1 0 0,0 0 1 0 0,0-1-1 0 0,-1 1 1 0 0,1-1-1 0 0,0 1 0 0 0,0-1 1 0 0,-1 0-1 0 0,1 1 1 0 0,0-1-1 0 0,0 0 1 0 0,0 1-1 0 0,0-1 0 0 0,0 0 1 0 0,-1 0-1 0 0,3 0 1 0 0,-1 0 46 0 0,0 0 0 0 0,0-1 0 0 0,0 1 0 0 0,0-1 0 0 0,-1 0 0 0 0,1 0 0 0 0,0 1 0 0 0,0-1 0 0 0,0 0 0 0 0,-1 0 0 0 0,3-3 0 0 0,3-2 220 0 0,0 0-1 0 0,0-1 1 0 0,-1 0-1 0 0,6-8 1 0 0,3-9 1126 0 0,18-36 0 0 0,-21 36 1195 0 0,27-40 0 0 0,-35 64-2416 0 0,0 9-201 0 0,3 15-861 0 0,-5-16-33 0 0,0-3 266 0 0,0-1 0 0 0,0 1 0 0 0,1-1 1 0 0,0 1-1 0 0,-1-1 0 0 0,1 0 0 0 0,1 0 0 0 0,-1 0 0 0 0,0-1 0 0 0,1 1 0 0 0,0-1 0 0 0,0 0 0 0 0,0 0 0 0 0,0 0 1 0 0,1 0-1 0 0,-1-1 0 0 0,7 3 0 0 0,6 2-820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3.755"/>
    </inkml:context>
    <inkml:brush xml:id="br0">
      <inkml:brushProperty name="width" value="0.1" units="cm"/>
      <inkml:brushProperty name="height" value="0.1" units="cm"/>
    </inkml:brush>
  </inkml:definitions>
  <inkml:trace contextRef="#ctx0" brushRef="#br0">155 53 120 0 0,'1'-2'183'0'0,"-1"1"0"0"0,1-1 0 0 0,-1 1 0 0 0,1-1 0 0 0,-1 0 0 0 0,0 1 0 0 0,0-1 0 0 0,0 0 0 0 0,0 1 0 0 0,0-1 1 0 0,0 0-1 0 0,0 1 0 0 0,-1-1 0 0 0,1 0 0 0 0,0 1 0 0 0,-1-1 0 0 0,1 0 0 0 0,-1 1 0 0 0,0-1 0 0 0,0 1 0 0 0,1 0 0 0 0,-1-1 0 0 0,0 1 0 0 0,0-1 0 0 0,0 1 0 0 0,-1 0 0 0 0,1 0 0 0 0,-3-2 0 0 0,2 2 42 0 0,0 0 0 0 0,0 0-1 0 0,-1 0 1 0 0,1 0 0 0 0,0 1 0 0 0,-1-1-1 0 0,1 1 1 0 0,-1-1 0 0 0,1 1-1 0 0,-1 0 1 0 0,1 0 0 0 0,-1 0-1 0 0,1 1 1 0 0,-1-1 0 0 0,1 0-1 0 0,0 1 1 0 0,-1 0 0 0 0,1-1 0 0 0,-3 3-1 0 0,-3 0 141 0 0,0 1-1 0 0,0 0 1 0 0,1 1-1 0 0,0-1 1 0 0,0 1-1 0 0,-7 8 1 0 0,11-11-317 0 0,0 1 0 0 0,0-1 0 0 0,1 1 0 0 0,-1 0 0 0 0,1 0 0 0 0,0 0 0 0 0,0 1 0 0 0,0-1 0 0 0,0 0 0 0 0,1 1 0 0 0,-1-1 0 0 0,1 1 0 0 0,0 0 0 0 0,0-1 0 0 0,0 1 1 0 0,0 4-1 0 0,1-7-45 0 0,0 0 1 0 0,0 0-1 0 0,0 0 1 0 0,0 0-1 0 0,0 0 1 0 0,0 0-1 0 0,1 0 1 0 0,-1 0-1 0 0,0 0 1 0 0,0 0-1 0 0,1 0 1 0 0,-1 0-1 0 0,1 0 1 0 0,-1 0-1 0 0,1 0 1 0 0,-1-1-1 0 0,1 1 0 0 0,0 0 1 0 0,-1 0-1 0 0,1-1 1 0 0,0 1-1 0 0,0 0 1 0 0,-1-1-1 0 0,3 2 1 0 0,-1-1-2 0 0,0-1 1 0 0,0 1-1 0 0,0-1 1 0 0,0 1-1 0 0,0-1 0 0 0,0 0 1 0 0,0 1-1 0 0,0-1 0 0 0,0 0 1 0 0,0-1-1 0 0,3 1 1 0 0,6-3 45 0 0,0 1 1 0 0,0-1-1 0 0,15-7 1 0 0,-23 9-11 0 0,50-18 1138 0 0,-52 19-1163 0 0,-1 0 0 0 0,0 0 0 0 0,1 1 0 0 0,-1-1 0 0 0,0 0 0 0 0,1 0 0 0 0,-1 0 0 0 0,1 0 0 0 0,-1 1 0 0 0,0-1-1 0 0,1 0 1 0 0,-1 0 0 0 0,0 0 0 0 0,1 1 0 0 0,-1-1 0 0 0,0 0 0 0 0,0 1 0 0 0,1-1 0 0 0,-1 0 0 0 0,0 1 0 0 0,0-1 0 0 0,0 0-1 0 0,1 1 1 0 0,-1-1 0 0 0,0 0 0 0 0,0 1 0 0 0,0-1 0 0 0,0 1 0 0 0,0-1 0 0 0,0 0 0 0 0,0 1 0 0 0,0-1 0 0 0,0 1 0 0 0,0-1-1 0 0,0 0 1 0 0,0 1 0 0 0,0-1 0 0 0,0 1 0 0 0,0-1 0 0 0,0 0 0 0 0,0 1 0 0 0,0-1 0 0 0,-1 0 0 0 0,1 1 0 0 0,-5 26 51 0 0,3-20-31 0 0,-2 15 25 0 0,-3 33-1 0 0,7-48-335 0 0,-1 0-1 0 0,2 0 1 0 0,-1 0-1 0 0,1 0 1 0 0,0 0-1 0 0,0 0 1 0 0,1-1-1 0 0,0 1 0 0 0,3 7 1 0 0,-4-12 49 0 0,0-1 0 0 0,0 1 0 0 0,0-1 0 0 0,0 0-1 0 0,0 1 1 0 0,0-1 0 0 0,1 0 0 0 0,-1 0 0 0 0,0 0 0 0 0,1 0 0 0 0,-1 0 0 0 0,1 0 0 0 0,-1 0 0 0 0,1 0 0 0 0,0-1-1 0 0,-1 1 1 0 0,1 0 0 0 0,0-1 0 0 0,-1 0 0 0 0,1 1 0 0 0,0-1 0 0 0,0 0 0 0 0,-1 0 0 0 0,1 0 0 0 0,0 0 0 0 0,0 0 0 0 0,0 0-1 0 0,-1 0 1 0 0,1-1 0 0 0,0 1 0 0 0,-1-1 0 0 0,3 0 0 0 0,3-1-374 0 0,0-1-1 0 0,0 0 1 0 0,0 0-1 0 0,0-1 1 0 0,0 1 0 0 0,7-7-1 0 0,7-8-432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3.992"/>
    </inkml:context>
    <inkml:brush xml:id="br0">
      <inkml:brushProperty name="width" value="0.1" units="cm"/>
      <inkml:brushProperty name="height" value="0.1" units="cm"/>
    </inkml:brush>
  </inkml:definitions>
  <inkml:trace contextRef="#ctx0" brushRef="#br0">99 141 36 0 0,'32'-109'2372'0'0,"-23"77"-1189"0"0,-37 158 2647 0 0,-5 79-2465 0 0,14-79-1204 0 0,-7 52-1553 0 0,4 0-3445 0 0,21-167 4399 0 0,-3 15-696 0 0,-2-3 144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4.324"/>
    </inkml:context>
    <inkml:brush xml:id="br0">
      <inkml:brushProperty name="width" value="0.1" units="cm"/>
      <inkml:brushProperty name="height" value="0.1" units="cm"/>
    </inkml:brush>
  </inkml:definitions>
  <inkml:trace contextRef="#ctx0" brushRef="#br0">32 313 368 0 0,'-31'-44'3213'0'0,"31"43"-3204"0"0,0 1 1 0 0,0 0-1 0 0,0 0 0 0 0,0 0 0 0 0,0-1 1 0 0,0 1-1 0 0,0 0 0 0 0,0 0 1 0 0,0-1-1 0 0,0 1 0 0 0,0 0 1 0 0,0 0-1 0 0,0 0 0 0 0,0-1 0 0 0,1 1 1 0 0,-1 0-1 0 0,0 0 0 0 0,0 0 1 0 0,0-1-1 0 0,0 1 0 0 0,1 0 0 0 0,-1 0 1 0 0,0 0-1 0 0,0 0 0 0 0,0 0 1 0 0,1 0-1 0 0,-1-1 0 0 0,0 1 1 0 0,0 0-1 0 0,0 0 0 0 0,1 0 0 0 0,-1 0 1 0 0,0 0-1 0 0,0 0 0 0 0,1 0 1 0 0,-1 0-1 0 0,0 0 0 0 0,0 0 0 0 0,1 0 1 0 0,-1 0-1 0 0,0 0 0 0 0,0 0 1 0 0,0 0-1 0 0,1 0 0 0 0,-1 0 1 0 0,0 0-1 0 0,0 0 0 0 0,1 1 0 0 0,-1-1 1 0 0,0 0-1 0 0,0 0 0 0 0,22 3-26 0 0,-13-2 44 0 0,17 0-65 0 0,1-2 0 0 0,-1-1-1 0 0,38-8 1 0 0,-23 4-5 0 0,23-3-165 0 0,-1-3 0 0 0,0-2 0 0 0,-1-3 0 0 0,-1-3 0 0 0,73-35 0 0 0,-121 49 272 0 0,-1-1 0 0 0,0 0-1 0 0,-1-1 1 0 0,0 0 0 0 0,0-1-1 0 0,-1 0 1 0 0,0-1 0 0 0,13-16 0 0 0,-23 25-13 0 0,1 0 0 0 0,0 0 1 0 0,0 0-1 0 0,-1 0 1 0 0,1 0-1 0 0,0 0 0 0 0,-1 0 1 0 0,1 0-1 0 0,-1 0 0 0 0,0 0 1 0 0,1 0-1 0 0,-1 0 1 0 0,0 0-1 0 0,0 0 0 0 0,1-1 1 0 0,-1 1-1 0 0,0 0 1 0 0,0 0-1 0 0,-1-2 0 0 0,1 2 22 0 0,0 1 1 0 0,-1-1-1 0 0,1 0 0 0 0,-1 1 0 0 0,1-1 0 0 0,-1 1 0 0 0,1-1 0 0 0,-1 1 1 0 0,1-1-1 0 0,-1 1 0 0 0,1 0 0 0 0,-1-1 0 0 0,0 1 0 0 0,1-1 0 0 0,-1 1 1 0 0,0 0-1 0 0,1 0 0 0 0,-1 0 0 0 0,0-1 0 0 0,1 1 0 0 0,-1 0 0 0 0,-1 0 1 0 0,-2 0 217 0 0,0 0 0 0 0,-1 0 0 0 0,1 0 1 0 0,0 0-1 0 0,0 1 0 0 0,0 0 0 0 0,-1 0 1 0 0,-6 3-1 0 0,-6 4 150 0 0,0 1 0 0 0,0 1 0 0 0,1 1 0 0 0,1 0 0 0 0,0 2 1 0 0,0-1-1 0 0,1 2 0 0 0,1 0 0 0 0,0 0 0 0 0,1 1 0 0 0,0 1 0 0 0,2 0 1 0 0,-12 22-1 0 0,20-35-480 0 0,1 1 0 0 0,-1-1-1 0 0,1 1 1 0 0,0 0 0 0 0,0-1 0 0 0,0 1 0 0 0,1 0 0 0 0,-1 0 0 0 0,1-1 0 0 0,0 1 0 0 0,0 0 0 0 0,0 0 0 0 0,1 0 0 0 0,-1 0 0 0 0,3 6-1 0 0,-2-7-157 0 0,1-1-1 0 0,-1 1 1 0 0,1 0-1 0 0,0-1 1 0 0,0 1-1 0 0,0-1 1 0 0,0 0-1 0 0,0 1 1 0 0,0-1-1 0 0,1 0 1 0 0,-1-1-1 0 0,1 1 1 0 0,-1 0-1 0 0,1-1 1 0 0,0 1-1 0 0,0-1 1 0 0,0 0-1 0 0,-1 0 0 0 0,6 1 1 0 0,14 4-1791 0 0,0-2 1 0 0,0-1-1 0 0,36 1 0 0 0,-50-4 1617 0 0,21 3-1078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4.688"/>
    </inkml:context>
    <inkml:brush xml:id="br0">
      <inkml:brushProperty name="width" value="0.1" units="cm"/>
      <inkml:brushProperty name="height" value="0.1" units="cm"/>
    </inkml:brush>
  </inkml:definitions>
  <inkml:trace contextRef="#ctx0" brushRef="#br0">30 10 604 0 0,'-2'-10'1727'0'0,"-2"12"-307"0"0,-4 17-322 0 0,1 34-472 0 0,1 1-1 0 0,4-1 0 0 0,4 62 1 0 0,-1-92-1006 0 0,1 0 1 0 0,7 28-1 0 0,-7-41-406 0 0,1-1 0 0 0,0 1 1 0 0,1-1-1 0 0,5 11 0 0 0,-4-13-529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4.831"/>
    </inkml:context>
    <inkml:brush xml:id="br0">
      <inkml:brushProperty name="width" value="0.1" units="cm"/>
      <inkml:brushProperty name="height" value="0.1" units="cm"/>
    </inkml:brush>
  </inkml:definitions>
  <inkml:trace contextRef="#ctx0" brushRef="#br0">1 38 480 0 0,'0'-13'684'0'0,"3"1"-84"0"0,1 5-316 0 0,-1 1-236 0 0,4 6-192 0 0,4 0-200 0 0,-1 0-172 0 0,4 3-76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5.100"/>
    </inkml:context>
    <inkml:brush xml:id="br0">
      <inkml:brushProperty name="width" value="0.1" units="cm"/>
      <inkml:brushProperty name="height" value="0.1" units="cm"/>
    </inkml:brush>
  </inkml:definitions>
  <inkml:trace contextRef="#ctx0" brushRef="#br0">27 0 620 0 0,'-8'45'928'0'0,"1"-11"-84"0"0,2-1 1 0 0,-1 40-1 0 0,5-72-805 0 0,1 0 1 0 0,0 1-1 0 0,0-1 0 0 0,0 0 0 0 0,0 0 1 0 0,0 0-1 0 0,0 1 0 0 0,1-1 1 0 0,-1 0-1 0 0,0 0 0 0 0,1 0 0 0 0,-1 0 1 0 0,1 0-1 0 0,-1 1 0 0 0,1-1 0 0 0,-1 0 1 0 0,1 0-1 0 0,0 0 0 0 0,-1 0 1 0 0,3 1-1 0 0,-2-2 7 0 0,-1 1 0 0 0,1-1 1 0 0,0 0-1 0 0,0 0 0 0 0,0 0 1 0 0,0 0-1 0 0,-1 0 0 0 0,1 0 0 0 0,0 0 1 0 0,0 0-1 0 0,0 0 0 0 0,0 0 1 0 0,-1 0-1 0 0,1-1 0 0 0,0 1 0 0 0,0 0 1 0 0,0-1-1 0 0,-1 1 0 0 0,1 0 1 0 0,0-1-1 0 0,1 0 0 0 0,4-4 238 0 0,0 0 0 0 0,1 0 0 0 0,-2-1 1 0 0,10-10-1 0 0,85-107 4733 0 0,-100 123-4973 0 0,1-1 1 0 0,-1 1-1 0 0,0-1 0 0 0,1 1 1 0 0,-1-1-1 0 0,1 1 0 0 0,-1 0 1 0 0,1-1-1 0 0,-1 1 0 0 0,1-1 1 0 0,-1 1-1 0 0,1 0 1 0 0,-1 0-1 0 0,1-1 0 0 0,0 1 1 0 0,-1 0-1 0 0,1 0 0 0 0,-1 0 1 0 0,1 0-1 0 0,0-1 1 0 0,-1 1-1 0 0,1 0 0 0 0,0 0 1 0 0,-1 0-1 0 0,1 0 0 0 0,-1 0 1 0 0,1 1-1 0 0,0-1 0 0 0,-1 0 1 0 0,1 0-1 0 0,0 0 1 0 0,-1 1-1 0 0,1-1 0 0 0,-1 0 1 0 0,1 0-1 0 0,-1 1 0 0 0,1-1 1 0 0,-1 0-1 0 0,1 1 1 0 0,-1-1-1 0 0,1 1 0 0 0,0 0 1 0 0,21 30-143 0 0,-4-4-1748 0 0,-14-24 1424 0 0,0-1 0 0 0,0 1 0 0 0,0-1-1 0 0,1 0 1 0 0,-1 0 0 0 0,1-1-1 0 0,-1 0 1 0 0,1 1 0 0 0,-1-1-1 0 0,1-1 1 0 0,0 1 0 0 0,-1-1 0 0 0,1 0-1 0 0,0 0 1 0 0,-1 0 0 0 0,1 0-1 0 0,0-1 1 0 0,-1 0 0 0 0,1 0-1 0 0,0 0 1 0 0,-1-1 0 0 0,9-3 0 0 0,15-7-1184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5.336"/>
    </inkml:context>
    <inkml:brush xml:id="br0">
      <inkml:brushProperty name="width" value="0.1" units="cm"/>
      <inkml:brushProperty name="height" value="0.1" units="cm"/>
    </inkml:brush>
  </inkml:definitions>
  <inkml:trace contextRef="#ctx0" brushRef="#br0">260 17 168 0 0,'-1'-1'164'0'0,"0"0"0"0"0,1 0 0 0 0,-1 0 0 0 0,0 0 0 0 0,0 0 0 0 0,0 0 0 0 0,0 0 0 0 0,0 0 0 0 0,0 0 0 0 0,0 0 0 0 0,0 1 0 0 0,0-1 0 0 0,0 0 0 0 0,0 1 0 0 0,-1-1 0 0 0,1 1 0 0 0,0-1 0 0 0,0 1 0 0 0,-1-1 0 0 0,1 1 0 0 0,-3 0 0 0 0,1 0 161 0 0,0 0 0 0 0,0 0 0 0 0,0 0 0 0 0,0 1 0 0 0,0 0 0 0 0,0-1 0 0 0,0 1 0 0 0,0 0 0 0 0,-3 2 0 0 0,-1 0 239 0 0,0 1-1 0 0,1 0 0 0 0,0 0 0 0 0,-1 0 0 0 0,2 1 0 0 0,-1-1 1 0 0,-6 9-1 0 0,9-10-462 0 0,0 0 0 0 0,1 0 0 0 0,0 0 0 0 0,-1 0-1 0 0,1 1 1 0 0,1-1 0 0 0,-1 1 0 0 0,0-1 0 0 0,1 1 0 0 0,0 0 0 0 0,0 0 0 0 0,0 0 0 0 0,0-1 0 0 0,0 1 0 0 0,1 0 0 0 0,0 0 0 0 0,0 0 0 0 0,0 0 0 0 0,0 0 0 0 0,1 0 0 0 0,-1 0 0 0 0,1 0 0 0 0,0 0 0 0 0,0 0 0 0 0,1-1-1 0 0,-1 1 1 0 0,1 0 0 0 0,0-1 0 0 0,0 1 0 0 0,3 4 0 0 0,5 4-83 0 0,0-1 0 0 0,0 0-1 0 0,0-1 1 0 0,2 0 0 0 0,-1-1 0 0 0,23 15-1 0 0,-30-22-15 0 0,2 1 0 0 0,-1 0-1 0 0,0 1 1 0 0,0-1 0 0 0,0 1-1 0 0,0 0 1 0 0,-1 0-1 0 0,0 1 1 0 0,0 0 0 0 0,0-1-1 0 0,4 8 1 0 0,-7-11-2 0 0,-1 0 1 0 0,0 1-1 0 0,0-1 1 0 0,0 0 0 0 0,0 0-1 0 0,0 0 1 0 0,-1 0-1 0 0,1 0 1 0 0,0 0 0 0 0,-1 1-1 0 0,1-1 1 0 0,0 0-1 0 0,-1 0 1 0 0,1 0 0 0 0,-1 0-1 0 0,1 0 1 0 0,-1 0-1 0 0,0 0 1 0 0,1-1 0 0 0,-1 1-1 0 0,0 0 1 0 0,0 0-1 0 0,-1 1 1 0 0,-22 16-27 0 0,-7 1-1309 0 0,-48 22 0 0 0,-37 6-7429 0 0,98-41 6940 0 0,3-2 381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5.748"/>
    </inkml:context>
    <inkml:brush xml:id="br0">
      <inkml:brushProperty name="width" value="0.1" units="cm"/>
      <inkml:brushProperty name="height" value="0.1" units="cm"/>
    </inkml:brush>
  </inkml:definitions>
  <inkml:trace contextRef="#ctx0" brushRef="#br0">95 346 612 0 0,'-25'44'3192'0'0,"11"-22"-2244"0"0,1 1 0 0 0,-17 43 0 0 0,27-57-934 0 0,1 0 1 0 0,0 1-1 0 0,0-1 1 0 0,0 0 0 0 0,1 1-1 0 0,1-1 1 0 0,0 1-1 0 0,0-1 1 0 0,1 0-1 0 0,0 1 1 0 0,3 13 0 0 0,4 1-229 0 0,1 0 0 0 0,2-1 0 0 0,0 0 0 0 0,1-1 0 0 0,1 0 0 0 0,1-1-1 0 0,23 27 1 0 0,-50-114 871 0 0,0 9 248 0 0,3-1 1 0 0,3 0 0 0 0,2-1 0 0 0,2-67 0 0 0,5 90-777 0 0,1 1-1 0 0,2 0 1 0 0,1 0 0 0 0,2 0 0 0 0,1 0-1 0 0,2 1 1 0 0,1 1 0 0 0,19-36-1 0 0,-28 64-90 0 0,0-1-1 0 0,1 1 0 0 0,-1 0 0 0 0,1 0 1 0 0,0 0-1 0 0,1 0 0 0 0,-1 1 0 0 0,1-1 1 0 0,8-5-1 0 0,-11 9 2 0 0,-1 0 0 0 0,1 0 0 0 0,-1 1 0 0 0,1-1 0 0 0,-1 0 0 0 0,1 1 0 0 0,0-1 0 0 0,-1 1 0 0 0,1-1 0 0 0,0 1 0 0 0,-1 0 0 0 0,1 0 0 0 0,0 0 0 0 0,0 0 0 0 0,-1 0 0 0 0,1 0 0 0 0,0 0 0 0 0,0 1 0 0 0,-1-1 0 0 0,1 1 0 0 0,0-1 0 0 0,-1 1 0 0 0,1-1 0 0 0,-1 1 0 0 0,1 0 0 0 0,-1 0 0 0 0,1 0 0 0 0,-1 0 0 0 0,1 0 0 0 0,-1 0 0 0 0,0 0 0 0 0,0 0 0 0 0,0 1 0 0 0,1-1 0 0 0,-1 0 0 0 0,0 1 0 0 0,-1-1 0 0 0,1 1 0 0 0,1 1 0 0 0,0 2 45 0 0,0 0 0 0 0,0 0 0 0 0,0 0 0 0 0,0 0 1 0 0,-1 0-1 0 0,0 0 0 0 0,0 0 0 0 0,-1 0 0 0 0,1 1 0 0 0,-1-1 1 0 0,0 0-1 0 0,0 0 0 0 0,-1 1 0 0 0,-1 7 0 0 0,-2 1-24 0 0,1 0-1 0 0,-2 1 0 0 0,-11 24 1 0 0,-1-7-1007 0 0,-1-1-1 0 0,-37 47 1 0 0,40-54-1004 0 0,12-19 606 0 0,0 0 1 0 0,0 0-1 0 0,0-1 1 0 0,-8 10-1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5.922"/>
    </inkml:context>
    <inkml:brush xml:id="br0">
      <inkml:brushProperty name="width" value="0.1" units="cm"/>
      <inkml:brushProperty name="height" value="0.1" units="cm"/>
    </inkml:brush>
  </inkml:definitions>
  <inkml:trace contextRef="#ctx0" brushRef="#br0">60 0 636 0 0,'0'6'1256'0'0,"-3"7"136"0"0,-4 3 112 0 0,-4 3-391 0 0,1 3-349 0 0,3 0-232 0 0,0 6-148 0 0,0 1-140 0 0,3-1-108 0 0,1 0-88 0 0,3 1-188 0 0,0-4-280 0 0,7-3-320 0 0,0 0-424 0 0,3-6-229 0 0,1-7-91 0 0,-1-5 96 0 0,-3-4 220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6.082"/>
    </inkml:context>
    <inkml:brush xml:id="br0">
      <inkml:brushProperty name="width" value="0.1" units="cm"/>
      <inkml:brushProperty name="height" value="0.1" units="cm"/>
    </inkml:brush>
  </inkml:definitions>
  <inkml:trace contextRef="#ctx0" brushRef="#br0">25 86 12 0 0,'-3'-19'856'0'0,"-1"3"52"0"0,-3 3 32 0 0,4 4-368 0 0,-4-1-236 0 0,7 4-152 0 0,0 3-96 0 0,3-3-96 0 0,4 6-100 0 0,7-4-88 0 0,0 4-88 0 0,7 4-104 0 0,0 2-108 0 0,4 3-72 0 0,-1 4-20 0 0,1 6 8 0 0,-1 0 68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6.274"/>
    </inkml:context>
    <inkml:brush xml:id="br0">
      <inkml:brushProperty name="width" value="0.1" units="cm"/>
      <inkml:brushProperty name="height" value="0.1" units="cm"/>
    </inkml:brush>
  </inkml:definitions>
  <inkml:trace contextRef="#ctx0" brushRef="#br0">0 66 376 0 0,'7'37'968'0'0,"-2"0"1"0"0,0 45-1 0 0,-4-21 4494 0 0,4-171-221 0 0,-2 86-6080 0 0,1 1 1 0 0,12-40-1 0 0,-14 58 148 0 0,1 1-1 0 0,0-1 1 0 0,-1 1-1 0 0,2-1 1 0 0,-1 1-1 0 0,0 0 1 0 0,1 0-1 0 0,0 1 1 0 0,-1-1-1 0 0,2 1 1 0 0,-1 0-1 0 0,8-5 1 0 0,-1 1-800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6.574"/>
    </inkml:context>
    <inkml:brush xml:id="br0">
      <inkml:brushProperty name="width" value="0.1" units="cm"/>
      <inkml:brushProperty name="height" value="0.1" units="cm"/>
    </inkml:brush>
  </inkml:definitions>
  <inkml:trace contextRef="#ctx0" brushRef="#br0">91 0 636 0 0,'0'1'140'0'0,"0"0"0"0"0,-1 1-1 0 0,1-1 1 0 0,0 0 0 0 0,-1 0-1 0 0,1 0 1 0 0,-1 0 0 0 0,1 0 0 0 0,-1 0-1 0 0,1 0 1 0 0,-1 0 0 0 0,0 0 0 0 0,1 0-1 0 0,-1 0 1 0 0,0 0 0 0 0,0 0 0 0 0,-1 1-1 0 0,-22 14 2021 0 0,-1 2-353 0 0,3 11-704 0 0,21-27-1062 0 0,0-1 1 0 0,0 1-1 0 0,0 0 1 0 0,0 0 0 0 0,0 0-1 0 0,1-1 1 0 0,-1 1-1 0 0,1 0 1 0 0,-1 0 0 0 0,1 0-1 0 0,-1 0 1 0 0,1 0-1 0 0,0 0 1 0 0,0 0 0 0 0,0 4-1 0 0,1-6-32 0 0,0 1 0 0 0,-1 0 0 0 0,1-1 0 0 0,-1 1 0 0 0,1-1 0 0 0,0 1 0 0 0,-1-1 0 0 0,1 1 0 0 0,0-1 0 0 0,0 1 0 0 0,0-1 0 0 0,-1 0 0 0 0,1 1 0 0 0,0-1 0 0 0,0 0 0 0 0,0 0 0 0 0,0 0 0 0 0,-1 0 0 0 0,1 0 0 0 0,0 1 0 0 0,0-2 0 0 0,0 1 0 0 0,0 0 0 0 0,0 0 0 0 0,-1 0 0 0 0,1 0 0 0 0,0 0 0 0 0,0-1 0 0 0,0 1 0 0 0,-1 0 0 0 0,1-1 0 0 0,0 1 0 0 0,1-1 0 0 0,29-13 739 0 0,-31 14-734 0 0,3-1 242 0 0,0-1 1 0 0,0 1-1 0 0,0-1 0 0 0,1 1 0 0 0,-1 0 0 0 0,1 0 0 0 0,-1 0 0 0 0,0 1 1 0 0,1-1-1 0 0,-1 1 0 0 0,7 0 0 0 0,-8 1-160 0 0,0-1 1 0 0,0 1-1 0 0,-1-1 1 0 0,1 1-1 0 0,0 0 1 0 0,0 0-1 0 0,0 0 1 0 0,0 0-1 0 0,-1 0 0 0 0,1 0 1 0 0,0 0-1 0 0,-1 0 1 0 0,1 1-1 0 0,-1-1 1 0 0,1 1-1 0 0,-1-1 1 0 0,0 1-1 0 0,0 0 0 0 0,1-1 1 0 0,0 4-1 0 0,9 15-57 0 0,-5-6-153 0 0,2-1 1 0 0,11 16-1 0 0,3-7-2719 0 0,-19-20 2130 0 0,-1-1 0 0 0,1 1 0 0 0,0-1 0 0 0,-1 0 1 0 0,1 1-1 0 0,0-1 0 0 0,0-1 0 0 0,3 2 0 0 0,-5-2 459 0 0,0 0 0 0 0,0 0 0 0 0,-1 0 0 0 0,1 0 0 0 0,0 0-1 0 0,0 0 1 0 0,0 0 0 0 0,0 0 0 0 0,0 0 0 0 0,0-1 0 0 0,-1 1 0 0 0,1 0 0 0 0,0 0 0 0 0,0-1 0 0 0,0 1 0 0 0,0-1 0 0 0,9-5-1183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6.760"/>
    </inkml:context>
    <inkml:brush xml:id="br0">
      <inkml:brushProperty name="width" value="0.1" units="cm"/>
      <inkml:brushProperty name="height" value="0.1" units="cm"/>
    </inkml:brush>
  </inkml:definitions>
  <inkml:trace contextRef="#ctx0" brushRef="#br0">32 26 668 0 0,'-1'-2'188'0'0,"1"0"0"0"0,-1 0-1 0 0,0 0 1 0 0,0 0 0 0 0,0 0 0 0 0,0 1 0 0 0,0-1 0 0 0,0 0-1 0 0,-1 1 1 0 0,1-1 0 0 0,0 1 0 0 0,-3-2 0 0 0,4 3-153 0 0,0-1 1 0 0,0 1 0 0 0,-1 0-1 0 0,1 0 1 0 0,0 0 0 0 0,-1 0-1 0 0,1 0 1 0 0,0-1 0 0 0,-1 1-1 0 0,1 0 1 0 0,0 0 0 0 0,0 0-1 0 0,-1 0 1 0 0,1 0 0 0 0,0 0-1 0 0,-1 0 1 0 0,1 0 0 0 0,0 0-1 0 0,-1 0 1 0 0,1 0 0 0 0,0 0-1 0 0,-1 0 1 0 0,1 0 0 0 0,0 1-1 0 0,-1-1 1 0 0,1 0 0 0 0,0 0-1 0 0,0 0 1 0 0,-1 1 0 0 0,0-1-8 0 0,1 1 1 0 0,-1 0-1 0 0,0 0 1 0 0,1 0-1 0 0,-1 0 1 0 0,1 0-1 0 0,0 0 1 0 0,-1 0 0 0 0,1 0-1 0 0,0 0 1 0 0,-1 0-1 0 0,1 1 1 0 0,0 1-1 0 0,0 9 78 0 0,1 1-1 0 0,0-1 1 0 0,0 1 0 0 0,2-1 0 0 0,-1 0-1 0 0,8 20 1 0 0,-1 0 54 0 0,86 351-3175 0 0,-86-341 1984 0 0,-4-1 70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6.965"/>
    </inkml:context>
    <inkml:brush xml:id="br0">
      <inkml:brushProperty name="width" value="0.1" units="cm"/>
      <inkml:brushProperty name="height" value="0.1" units="cm"/>
    </inkml:brush>
  </inkml:definitions>
  <inkml:trace contextRef="#ctx0" brushRef="#br0">29 269 396 0 0,'-7'-10'1092'0'0,"-4"-2"136"0"0,4 2 88 0 0,4-2-368 0 0,6-1-271 0 0,4 0-165 0 0,7-2-148 0 0,4-4-128 0 0,6 3-104 0 0,4-3-116 0 0,0 0-192 0 0,4 0-228 0 0,3 3-248 0 0,-4-2-321 0 0,4 2-227 0 0,-3 0-68 0 0,-4 3 88 0 0,-3 1 176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7.077"/>
    </inkml:context>
    <inkml:brush xml:id="br0">
      <inkml:brushProperty name="width" value="0.1" units="cm"/>
      <inkml:brushProperty name="height" value="0.1" units="cm"/>
    </inkml:brush>
  </inkml:definitions>
  <inkml:trace contextRef="#ctx0" brushRef="#br0">1 1 628 0 0,'7'19'944'0'0,"-4"3"60"0"0,1-3-248 0 0,-1 3-236 0 0,1 0-164 0 0,-1 0-136 0 0,1 0-112 0 0,-1-3-144 0 0,1 0-176 0 0,-1-3-236 0 0,1-4-296 0 0,-1-2-152 0 0,1-1-64 0 0,-1-6 40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7.221"/>
    </inkml:context>
    <inkml:brush xml:id="br0">
      <inkml:brushProperty name="width" value="0.1" units="cm"/>
      <inkml:brushProperty name="height" value="0.1" units="cm"/>
    </inkml:brush>
  </inkml:definitions>
  <inkml:trace contextRef="#ctx0" brushRef="#br0">67 63 144 0 0,'-10'-19'948'0'0,"-1"7"48"0"0,-3 2 24 0 0,4 1-408 0 0,-1 3-428 0 0,4 2-332 0 0,4 1-284 0 0,10 3-2072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7.537"/>
    </inkml:context>
    <inkml:brush xml:id="br0">
      <inkml:brushProperty name="width" value="0.1" units="cm"/>
      <inkml:brushProperty name="height" value="0.1" units="cm"/>
    </inkml:brush>
  </inkml:definitions>
  <inkml:trace contextRef="#ctx0" brushRef="#br0">148 1 708 0 0,'-20'24'1952'0'0,"-21"34"0"0"0,35-50-1651 0 0,1 1 0 0 0,1 0 0 0 0,-1 0 0 0 0,2 1 0 0 0,-1-1 0 0 0,1 1 0 0 0,1 0 0 0 0,-2 10 0 0 0,3-18-277 0 0,1 1 0 0 0,0-1 1 0 0,0 0-1 0 0,0 0 0 0 0,0 1 1 0 0,1-1-1 0 0,-1 0 0 0 0,1 0 1 0 0,-1 0-1 0 0,1 1 0 0 0,0-1 1 0 0,-1 0-1 0 0,1 0 0 0 0,0 0 1 0 0,0 0-1 0 0,1 0 0 0 0,-1-1 1 0 0,0 1-1 0 0,1 0 0 0 0,-1-1 1 0 0,1 1-1 0 0,0 0 0 0 0,-1-1 1 0 0,1 0-1 0 0,0 1 0 0 0,0-1 1 0 0,0 0-1 0 0,0 0 0 0 0,0 0 1 0 0,0 0-1 0 0,0-1 0 0 0,0 1 1 0 0,0 0-1 0 0,0-1 0 0 0,1 1 1 0 0,-1-1-1 0 0,3 0 0 0 0,2 1-10 0 0,1 0-1 0 0,-1-1 0 0 0,1 0 1 0 0,-1-1-1 0 0,1 0 0 0 0,-1 0 1 0 0,1 0-1 0 0,-1-1 0 0 0,0 0 1 0 0,8-3-1 0 0,-12 3 76 0 0,1 1-1 0 0,-1-1 1 0 0,0 0 0 0 0,0 0 0 0 0,0 0-1 0 0,-1 0 1 0 0,1 0 0 0 0,0-1-1 0 0,-1 1 1 0 0,1-1 0 0 0,-1 0-1 0 0,2-4 1 0 0,-3 6-6 0 0,0 0-1 0 0,-1-1 1 0 0,1 1-1 0 0,-1 0 1 0 0,1-1-1 0 0,-1 1 1 0 0,0-1 0 0 0,0 1-1 0 0,0 0 1 0 0,1-1-1 0 0,-1 1 1 0 0,-1-1-1 0 0,1 1 1 0 0,0-1-1 0 0,0 1 1 0 0,0-1 0 0 0,-1 1-1 0 0,1 0 1 0 0,-1-1-1 0 0,1 1 1 0 0,-1 0-1 0 0,0-1 1 0 0,1 1 0 0 0,-1 0-1 0 0,0 0 1 0 0,0-1-1 0 0,0 1 1 0 0,0 0-1 0 0,0 0 1 0 0,0 0 0 0 0,-2-1-1 0 0,-3-3-57 0 0,0 1 0 0 0,0-1 1 0 0,-1 2-1 0 0,0-1 0 0 0,1 1 0 0 0,-1-1 0 0 0,0 2 0 0 0,-1-1 1 0 0,1 1-1 0 0,0 0 0 0 0,-14-1 0 0 0,4 2-2148 0 0,-1 0-1 0 0,0 1 1 0 0,-33 4-1 0 0,41-4 424 0 0,2-3 237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10-04T03:51:07.903"/>
    </inkml:context>
    <inkml:brush xml:id="br0">
      <inkml:brushProperty name="width" value="0.1" units="cm"/>
      <inkml:brushProperty name="height" value="0.1" units="cm"/>
    </inkml:brush>
  </inkml:definitions>
  <inkml:trace contextRef="#ctx0" brushRef="#br0">1 1 408 0 0,'1'0'173'0'0,"0"1"1"0"0,0-1-1 0 0,0 1 0 0 0,0-1 1 0 0,0 1-1 0 0,0-1 0 0 0,0 1 0 0 0,0 0 1 0 0,0-1-1 0 0,0 1 0 0 0,0 0 1 0 0,0 0-1 0 0,-1 0 0 0 0,1-1 0 0 0,0 1 1 0 0,0 0-1 0 0,-1 0 0 0 0,1 0 1 0 0,0 2-1 0 0,12 24 153 0 0,-10-20-63 0 0,50 132 1696 0 0,-14-33 1045 0 0,-27-87-1276 0 0,-5-17-436 0 0,-2-13-501 0 0,11-76 700 0 0,-8 36-1038 0 0,-8 51-449 0 0,0 0 1 0 0,0 0-1 0 0,0-1 0 0 0,0 1 1 0 0,0 0-1 0 0,0 0 1 0 0,0 0-1 0 0,0 0 1 0 0,0 0-1 0 0,0-1 0 0 0,0 1 1 0 0,0 0-1 0 0,0 0 1 0 0,0 0-1 0 0,0 0 0 0 0,0-1 1 0 0,0 1-1 0 0,0 0 1 0 0,0 0-1 0 0,1 0 1 0 0,-1 0-1 0 0,0 0 0 0 0,0-1 1 0 0,0 1-1 0 0,0 0 1 0 0,0 0-1 0 0,0 0 0 0 0,0 0 1 0 0,0 0-1 0 0,1 0 1 0 0,-1 0-1 0 0,0 0 1 0 0,0-1-1 0 0,0 1 0 0 0,0 0 1 0 0,0 0-1 0 0,1 0 1 0 0,-1 0-1 0 0,0 0 1 0 0,0 0-1 0 0,0 0 0 0 0,0 0 1 0 0,0 0-1 0 0,1 0 1 0 0,-1 0-1 0 0,0 0 0 0 0,0 0 1 0 0,0 0-1 0 0,1 0 1 0 0,5 9 106 0 0,6 24-45 0 0,-9-25-45 0 0,2 5-15 0 0,0 0 0 0 0,0-1 0 0 0,1 0 0 0 0,1 1 1 0 0,0-2-1 0 0,15 19 0 0 0,-19-27-95 0 0,0 0 1 0 0,0 0-1 0 0,1 0 1 0 0,-1 0-1 0 0,1 0 1 0 0,0-1-1 0 0,0 1 1 0 0,0-1 0 0 0,0 0-1 0 0,0 0 1 0 0,0-1-1 0 0,1 1 1 0 0,-1-1-1 0 0,0 0 1 0 0,1 0-1 0 0,-1-1 1 0 0,1 1-1 0 0,-1-1 1 0 0,1 0 0 0 0,0 0-1 0 0,-1 0 1 0 0,1-1-1 0 0,-1 0 1 0 0,6-1-1 0 0,5-2-657 0 0,-1-1-1 0 0,0-1 1 0 0,0 0 0 0 0,0-1-1 0 0,-1-1 1 0 0,0 0 0 0 0,19-15-1 0 0,-12 6-535 0 0,-1 0 0 0 0,0-1 0 0 0,27-36 0 0 0,-7-4-486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txBox="1">
            <a:spLocks noGrp="1"/>
          </p:cNvSpPr>
          <p:nvPr>
            <p:ph type="hdr" idx="2"/>
          </p:nvPr>
        </p:nvSpPr>
        <p:spPr>
          <a:xfrm>
            <a:off x="0" y="0"/>
            <a:ext cx="2971799" cy="457200"/>
          </a:xfrm>
          <a:prstGeom prst="rect">
            <a:avLst/>
          </a:prstGeom>
          <a:noFill/>
          <a:ln>
            <a:noFill/>
          </a:ln>
        </p:spPr>
        <p:txBody>
          <a:bodyPr lIns="91425" tIns="91425" rIns="91425" bIns="91425" anchor="t"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4" name="Shape 4"/>
          <p:cNvSpPr txBox="1">
            <a:spLocks noGrp="1"/>
          </p:cNvSpPr>
          <p:nvPr>
            <p:ph type="dt" idx="10"/>
          </p:nvPr>
        </p:nvSpPr>
        <p:spPr>
          <a:xfrm>
            <a:off x="3884612" y="0"/>
            <a:ext cx="2971799" cy="457200"/>
          </a:xfrm>
          <a:prstGeom prst="rect">
            <a:avLst/>
          </a:prstGeom>
          <a:noFill/>
          <a:ln>
            <a:noFill/>
          </a:ln>
        </p:spPr>
        <p:txBody>
          <a:bodyPr lIns="91425" tIns="91425" rIns="91425" bIns="91425" anchor="t" anchorCtr="0"/>
          <a:lstStyle>
            <a:lvl1pPr marL="0" marR="0" lvl="0" indent="0" algn="r"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5" name="Shape 5"/>
          <p:cNvSpPr>
            <a:spLocks noGrp="1" noRot="1" noChangeAspect="1"/>
          </p:cNvSpPr>
          <p:nvPr>
            <p:ph type="sldImg" idx="3"/>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6" name="Shape 6"/>
          <p:cNvSpPr txBox="1">
            <a:spLocks noGrp="1"/>
          </p:cNvSpPr>
          <p:nvPr>
            <p:ph type="body" idx="1"/>
          </p:nvPr>
        </p:nvSpPr>
        <p:spPr>
          <a:xfrm>
            <a:off x="685800" y="4343400"/>
            <a:ext cx="5486399" cy="4114800"/>
          </a:xfrm>
          <a:prstGeom prst="rect">
            <a:avLst/>
          </a:prstGeom>
          <a:noFill/>
          <a:ln>
            <a:noFill/>
          </a:ln>
        </p:spPr>
        <p:txBody>
          <a:bodyPr lIns="91425" tIns="91425" rIns="91425" bIns="91425" anchor="t"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200" b="0" i="0" u="none" strike="noStrike" cap="none">
                <a:solidFill>
                  <a:schemeClr val="dk1"/>
                </a:solidFill>
                <a:latin typeface="Arial"/>
                <a:ea typeface="Arial"/>
                <a:cs typeface="Arial"/>
                <a:sym typeface="Arial"/>
              </a:defRPr>
            </a:lvl2pPr>
            <a:lvl3pPr marL="914400" marR="0" lvl="2" indent="0" algn="l" rtl="0">
              <a:spcBef>
                <a:spcPts val="0"/>
              </a:spcBef>
              <a:buNone/>
              <a:defRPr sz="1200" b="0" i="0" u="none" strike="noStrike" cap="none">
                <a:solidFill>
                  <a:schemeClr val="dk1"/>
                </a:solidFill>
                <a:latin typeface="Arial"/>
                <a:ea typeface="Arial"/>
                <a:cs typeface="Arial"/>
                <a:sym typeface="Arial"/>
              </a:defRPr>
            </a:lvl3pPr>
            <a:lvl4pPr marL="1371600" marR="0" lvl="3" indent="0" algn="l" rtl="0">
              <a:spcBef>
                <a:spcPts val="0"/>
              </a:spcBef>
              <a:buNone/>
              <a:defRPr sz="1200" b="0" i="0" u="none" strike="noStrike" cap="none">
                <a:solidFill>
                  <a:schemeClr val="dk1"/>
                </a:solidFill>
                <a:latin typeface="Arial"/>
                <a:ea typeface="Arial"/>
                <a:cs typeface="Arial"/>
                <a:sym typeface="Arial"/>
              </a:defRPr>
            </a:lvl4pPr>
            <a:lvl5pPr marL="1828800" marR="0" lvl="4" indent="0" algn="l" rtl="0">
              <a:spcBef>
                <a:spcPts val="0"/>
              </a:spcBef>
              <a:buNone/>
              <a:defRPr sz="1200" b="0" i="0" u="none" strike="noStrike" cap="none">
                <a:solidFill>
                  <a:schemeClr val="dk1"/>
                </a:solidFill>
                <a:latin typeface="Arial"/>
                <a:ea typeface="Arial"/>
                <a:cs typeface="Arial"/>
                <a:sym typeface="Arial"/>
              </a:defRPr>
            </a:lvl5pPr>
            <a:lvl6pPr marL="2286000" marR="0" lvl="5" indent="0" algn="l" rtl="0">
              <a:spcBef>
                <a:spcPts val="0"/>
              </a:spcBef>
              <a:buNone/>
              <a:defRPr sz="1200" b="0" i="0" u="none" strike="noStrike" cap="none">
                <a:solidFill>
                  <a:schemeClr val="dk1"/>
                </a:solidFill>
                <a:latin typeface="Arial"/>
                <a:ea typeface="Arial"/>
                <a:cs typeface="Arial"/>
                <a:sym typeface="Arial"/>
              </a:defRPr>
            </a:lvl6pPr>
            <a:lvl7pPr marL="2743200" marR="0" lvl="6" indent="0" algn="l" rtl="0">
              <a:spcBef>
                <a:spcPts val="0"/>
              </a:spcBef>
              <a:buNone/>
              <a:defRPr sz="1200" b="0" i="0" u="none" strike="noStrike" cap="none">
                <a:solidFill>
                  <a:schemeClr val="dk1"/>
                </a:solidFill>
                <a:latin typeface="Arial"/>
                <a:ea typeface="Arial"/>
                <a:cs typeface="Arial"/>
                <a:sym typeface="Arial"/>
              </a:defRPr>
            </a:lvl7pPr>
            <a:lvl8pPr marL="3200400" marR="0" lvl="7" indent="0" algn="l" rtl="0">
              <a:spcBef>
                <a:spcPts val="0"/>
              </a:spcBef>
              <a:buNone/>
              <a:defRPr sz="1200" b="0" i="0" u="none" strike="noStrike" cap="none">
                <a:solidFill>
                  <a:schemeClr val="dk1"/>
                </a:solidFill>
                <a:latin typeface="Arial"/>
                <a:ea typeface="Arial"/>
                <a:cs typeface="Arial"/>
                <a:sym typeface="Arial"/>
              </a:defRPr>
            </a:lvl8pPr>
            <a:lvl9pPr marL="3657600" marR="0" lvl="8" indent="0" algn="l" rtl="0">
              <a:spcBef>
                <a:spcPts val="0"/>
              </a:spcBef>
              <a:buNone/>
              <a:defRPr sz="1200" b="0" i="0" u="none" strike="noStrike" cap="none">
                <a:solidFill>
                  <a:schemeClr val="dk1"/>
                </a:solidFill>
                <a:latin typeface="Arial"/>
                <a:ea typeface="Arial"/>
                <a:cs typeface="Arial"/>
                <a:sym typeface="Arial"/>
              </a:defRPr>
            </a:lvl9pPr>
          </a:lstStyle>
          <a:p>
            <a:endParaRPr dirty="0"/>
          </a:p>
        </p:txBody>
      </p:sp>
      <p:sp>
        <p:nvSpPr>
          <p:cNvPr id="7" name="Shape 7"/>
          <p:cNvSpPr txBox="1">
            <a:spLocks noGrp="1"/>
          </p:cNvSpPr>
          <p:nvPr>
            <p:ph type="ftr" idx="11"/>
          </p:nvPr>
        </p:nvSpPr>
        <p:spPr>
          <a:xfrm>
            <a:off x="0" y="8685213"/>
            <a:ext cx="2971799" cy="457200"/>
          </a:xfrm>
          <a:prstGeom prst="rect">
            <a:avLst/>
          </a:prstGeom>
          <a:noFill/>
          <a:ln>
            <a:noFill/>
          </a:ln>
        </p:spPr>
        <p:txBody>
          <a:bodyPr lIns="91425" tIns="91425" rIns="91425" bIns="91425" anchor="b"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8" name="Shape 8"/>
          <p:cNvSpPr txBox="1">
            <a:spLocks noGrp="1"/>
          </p:cNvSpPr>
          <p:nvPr>
            <p:ph type="sldNum" idx="12"/>
          </p:nvPr>
        </p:nvSpPr>
        <p:spPr>
          <a:xfrm>
            <a:off x="3884612" y="8685213"/>
            <a:ext cx="2971799" cy="457200"/>
          </a:xfrm>
          <a:prstGeom prst="rect">
            <a:avLst/>
          </a:prstGeom>
          <a:noFill/>
          <a:ln>
            <a:noFill/>
          </a:ln>
        </p:spPr>
        <p:txBody>
          <a:bodyPr lIns="91425" tIns="45700" rIns="91425" bIns="45700" anchor="b" anchorCtr="0">
            <a:noAutofit/>
          </a:bodyPr>
          <a:lstStyle/>
          <a:p>
            <a:pPr marL="0" marR="0" lvl="0" indent="0" algn="r" rtl="0">
              <a:spcBef>
                <a:spcPts val="0"/>
              </a:spcBef>
              <a:buSzPct val="25000"/>
              <a:buNone/>
            </a:pPr>
            <a:fld id="{00000000-1234-1234-1234-123412341234}" type="slidenum">
              <a:rPr lang="en-US" sz="1200" b="0" i="0" u="none" strike="noStrike" cap="none">
                <a:solidFill>
                  <a:schemeClr val="dk1"/>
                </a:solidFill>
                <a:latin typeface="Arial"/>
                <a:ea typeface="Arial"/>
                <a:cs typeface="Arial"/>
                <a:sym typeface="Arial"/>
              </a:rPr>
              <a:t>‹#›</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2457102709"/>
      </p:ext>
    </p:extLst>
  </p:cSld>
  <p:clrMap bg1="lt1" tx1="dk1" bg2="dk2" tx2="lt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cap="none" dirty="0">
                <a:solidFill>
                  <a:schemeClr val="dk1"/>
                </a:solidFill>
                <a:latin typeface="Arial"/>
                <a:ea typeface="Arial"/>
                <a:cs typeface="Arial"/>
                <a:sym typeface="Arial"/>
              </a:rPr>
              <a:t>If this PowerPoint presentation contains mathematical equations, you may need to check that your computer has the following installed:</a:t>
            </a:r>
          </a:p>
          <a:p>
            <a:r>
              <a:rPr lang="en-US" sz="1200" b="0" i="0" u="none" strike="noStrike" kern="1200" cap="none" dirty="0">
                <a:solidFill>
                  <a:schemeClr val="dk1"/>
                </a:solidFill>
                <a:latin typeface="Arial"/>
                <a:ea typeface="Arial"/>
                <a:cs typeface="Arial"/>
                <a:sym typeface="Arial"/>
              </a:rPr>
              <a:t>1) </a:t>
            </a:r>
            <a:r>
              <a:rPr lang="en-US" sz="1200" b="0" i="0" u="none" strike="noStrike" kern="1200" cap="none" dirty="0" err="1">
                <a:solidFill>
                  <a:schemeClr val="dk1"/>
                </a:solidFill>
                <a:latin typeface="Arial"/>
                <a:ea typeface="Arial"/>
                <a:cs typeface="Arial"/>
                <a:sym typeface="Arial"/>
              </a:rPr>
              <a:t>MathType</a:t>
            </a:r>
            <a:r>
              <a:rPr lang="en-US" sz="1200" b="0" i="0" u="none" strike="noStrike" kern="1200" cap="none" dirty="0">
                <a:solidFill>
                  <a:schemeClr val="dk1"/>
                </a:solidFill>
                <a:latin typeface="Arial"/>
                <a:ea typeface="Arial"/>
                <a:cs typeface="Arial"/>
                <a:sym typeface="Arial"/>
              </a:rPr>
              <a:t> Plugin</a:t>
            </a:r>
          </a:p>
          <a:p>
            <a:r>
              <a:rPr lang="en-US" sz="1200" b="0" i="0" u="none" strike="noStrike" kern="1200" cap="none" dirty="0">
                <a:solidFill>
                  <a:schemeClr val="dk1"/>
                </a:solidFill>
                <a:latin typeface="Arial"/>
                <a:ea typeface="Arial"/>
                <a:cs typeface="Arial"/>
                <a:sym typeface="Arial"/>
              </a:rPr>
              <a:t>2) Math Player (free versions available)</a:t>
            </a:r>
          </a:p>
          <a:p>
            <a:r>
              <a:rPr lang="en-US" sz="1200" b="0" i="0" u="none" strike="noStrike" kern="1200" cap="none" dirty="0">
                <a:solidFill>
                  <a:schemeClr val="dk1"/>
                </a:solidFill>
                <a:latin typeface="Arial"/>
                <a:ea typeface="Arial"/>
                <a:cs typeface="Arial"/>
                <a:sym typeface="Arial"/>
              </a:rPr>
              <a:t>3) NVDA Reader (free versions available)</a:t>
            </a:r>
            <a:endParaRPr lang="en-US" dirty="0"/>
          </a:p>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Arial"/>
                <a:ea typeface="Arial"/>
                <a:cs typeface="Arial"/>
                <a:sym typeface="Arial"/>
              </a:rPr>
              <a:t>1</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22127806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Arial"/>
                <a:ea typeface="Arial"/>
                <a:cs typeface="Arial"/>
                <a:sym typeface="Arial"/>
              </a:rPr>
              <a:t>3</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5173575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noProof="0" dirty="0"/>
              <a:t>Long Description:</a:t>
            </a:r>
          </a:p>
          <a:p>
            <a:pPr marL="0" marR="0" lvl="0" indent="0" algn="l" defTabSz="457200" rtl="0" eaLnBrk="1" fontAlgn="auto" latinLnBrk="0" hangingPunct="1">
              <a:lnSpc>
                <a:spcPct val="100000"/>
              </a:lnSpc>
              <a:spcBef>
                <a:spcPts val="0"/>
              </a:spcBef>
              <a:spcAft>
                <a:spcPts val="0"/>
              </a:spcAft>
              <a:buClrTx/>
              <a:buSzTx/>
              <a:buFontTx/>
              <a:buNone/>
              <a:tabLst/>
              <a:defRPr/>
            </a:pPr>
            <a:r>
              <a:rPr lang="en-US" noProof="0" dirty="0"/>
              <a:t>A side view of the brain is depicted, showing the left hemisphere. The brain is a walnut-shaped organ with several grooves and folds on its surface. The deep grooves are labeled fissures. The elevated regions, or folds, of the brain between the fissures, are labeled gyri. Shallow grooves on the gyri are labeled sulci. The spinal cord attaches to the inferior surface of the brain. Before entering the brain, the spinal cord becomes a little thicker and penetrates deep into the center of the brain. This part of the cord that penetrates the brain is labeled brainstem. The different parts of the brain are labeled and their functions are listed in parts a to f. Part a, Cerebrum. A large portion covering the anterior part of the brain is labeled cerebrum. The functions of the cerebrum are listed as follows: Conscious thought processes, intellectual functions; Memory storage and processing; Conscious and subconscious regulation of skeletal muscle contractions. Part b, Cerebellum. A spherical region inferior to the posterior part of the brain is labeled cerebellum. It is posterior to and makes contact with the posterior surface of the brainstem. The surface of the cerebellum is covered in several shallow grooves. The functions of the cerebellum are listed as follows: Coordinates complex somatic motor patterns; Adjusts output of other somatic motor centers in the brain and spinal cord. Part c, Diencephalon. A small oblong structure inferior to the cerebrum, at the superior end of the brainstem, is labeled diencephalon. It has two parts: the thalamus and the hypothalamus. The thalamus relays and processes sensory information. The hypothalamus controls emotions, autonomic functions, and hormone production. The brain stem is magnified and its different parts are labeled and described in parts d to f. The diencephalon can be seen posterior to the superior end of the brainstem with narrow processes wrapping around the brainstem. Part d, Midbrain. A short portion at the superior end of the brainstem is labeled midbrain. This part is present deep in the brain, just below the diencephalon. The functions of the midbrain are listed as follows: Processes visual and auditory data; Generates reflexive somatic motor responses; Maintains consciousness. Part e, Pons. A swollen region below the midbrain is labeled pons. This part is outside the brain, anterior to the cerebellum. The functions of the pons are listed as follows: Relays sensory information to the cerebellum and thalamus, Subconscious somatic and visceral motor centers. Part f, Medulla oblongata. A short region forming the inferior end of the brainstem is labeled medulla oblongata. The medulla oblongata connects the spinal cord and the rest of the brain stem. The functions of the medulla oblongata are listed as follows: Relays sensory information to the thalamus and other portions of the brainstem; Autonomic centers for regulation of visceral function (cardiovascular, respiratory, and digestive system activities).</a:t>
            </a:r>
          </a:p>
        </p:txBody>
      </p:sp>
      <p:sp>
        <p:nvSpPr>
          <p:cNvPr id="4" name="Slide Number Placeholder 3"/>
          <p:cNvSpPr>
            <a:spLocks noGrp="1"/>
          </p:cNvSpPr>
          <p:nvPr>
            <p:ph type="sldNum" idx="12"/>
          </p:nvPr>
        </p:nvSpPr>
        <p:spPr/>
        <p:txBody>
          <a:bodyPr/>
          <a:lstStyle/>
          <a:p>
            <a:pPr marL="0" marR="0" lvl="0" indent="0" algn="r" rtl="0">
              <a:spcBef>
                <a:spcPts val="0"/>
              </a:spcBef>
              <a:buSzPct val="25000"/>
              <a:buNone/>
            </a:pPr>
            <a:fld id="{00000000-1234-1234-1234-123412341234}" type="slidenum">
              <a:rPr lang="en-US" sz="1200" b="0" i="0" u="none" strike="noStrike" cap="none" smtClean="0">
                <a:solidFill>
                  <a:schemeClr val="dk1"/>
                </a:solidFill>
                <a:latin typeface="Arial"/>
                <a:ea typeface="Arial"/>
                <a:cs typeface="Arial"/>
                <a:sym typeface="Arial"/>
              </a:rPr>
              <a:t>4</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14089235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hapter Opener-add copyright">
    <p:spTree>
      <p:nvGrpSpPr>
        <p:cNvPr id="1" name="Shape 37"/>
        <p:cNvGrpSpPr/>
        <p:nvPr/>
      </p:nvGrpSpPr>
      <p:grpSpPr>
        <a:xfrm>
          <a:off x="0" y="0"/>
          <a:ext cx="0" cy="0"/>
          <a:chOff x="0" y="0"/>
          <a:chExt cx="0" cy="0"/>
        </a:xfrm>
      </p:grpSpPr>
      <p:sp>
        <p:nvSpPr>
          <p:cNvPr id="38" name="Title Placeholder"/>
          <p:cNvSpPr txBox="1">
            <a:spLocks noGrp="1"/>
          </p:cNvSpPr>
          <p:nvPr>
            <p:ph type="title"/>
          </p:nvPr>
        </p:nvSpPr>
        <p:spPr>
          <a:xfrm>
            <a:off x="457200" y="215371"/>
            <a:ext cx="8229600" cy="622828"/>
          </a:xfrm>
          <a:prstGeom prst="rect">
            <a:avLst/>
          </a:prstGeom>
          <a:noFill/>
          <a:ln>
            <a:noFill/>
          </a:ln>
        </p:spPr>
        <p:txBody>
          <a:bodyPr lIns="91425" tIns="91425" rIns="91425" bIns="91425" anchor="t"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39" name="Content Placeholder"/>
          <p:cNvSpPr txBox="1">
            <a:spLocks noGrp="1"/>
          </p:cNvSpPr>
          <p:nvPr>
            <p:ph type="body" idx="1"/>
          </p:nvPr>
        </p:nvSpPr>
        <p:spPr>
          <a:xfrm>
            <a:off x="457200" y="816429"/>
            <a:ext cx="8229600" cy="47897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000" b="0" i="0" u="none" strike="noStrike" cap="none">
                <a:solidFill>
                  <a:srgbClr val="007FA3"/>
                </a:solidFill>
                <a:latin typeface="Arial"/>
                <a:ea typeface="Arial"/>
                <a:cs typeface="Arial"/>
                <a:sym typeface="Arial"/>
              </a:defRPr>
            </a:lvl1pPr>
            <a:lvl2pPr marL="0" marR="0" lvl="1"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2pPr>
            <a:lvl3pPr marL="0" marR="0" lvl="2"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3pPr>
            <a:lvl4pPr marL="0" marR="0" lvl="3"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4pPr>
            <a:lvl5pPr marL="0" marR="0" lvl="4"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5pPr>
            <a:lvl6pPr marL="0" marR="0" lvl="5"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6pPr>
            <a:lvl7pPr marL="0" marR="0" lvl="6"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7pPr>
            <a:lvl8pPr marL="0" marR="0" lvl="7"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8pPr>
            <a:lvl9pPr marL="0" marR="0" lvl="8" indent="0" algn="l" rtl="0">
              <a:spcBef>
                <a:spcPts val="0"/>
              </a:spcBef>
              <a:buClr>
                <a:srgbClr val="007FA3"/>
              </a:buClr>
              <a:buFont typeface="Arial"/>
              <a:buNone/>
              <a:defRPr sz="2400" b="0" i="0" u="none" strike="noStrike" cap="none">
                <a:solidFill>
                  <a:schemeClr val="lt1"/>
                </a:solidFill>
                <a:latin typeface="Arial"/>
                <a:ea typeface="Arial"/>
                <a:cs typeface="Arial"/>
                <a:sym typeface="Arial"/>
              </a:defRPr>
            </a:lvl9pPr>
          </a:lstStyle>
          <a:p>
            <a:endParaRPr dirty="0"/>
          </a:p>
        </p:txBody>
      </p:sp>
      <p:sp>
        <p:nvSpPr>
          <p:cNvPr id="4" name="Content Placeholder 3">
            <a:extLst>
              <a:ext uri="{FF2B5EF4-FFF2-40B4-BE49-F238E27FC236}">
                <a16:creationId xmlns:a16="http://schemas.microsoft.com/office/drawing/2014/main" id="{6EE677B9-EC76-47FA-B8D6-49D033518C61}"/>
              </a:ext>
            </a:extLst>
          </p:cNvPr>
          <p:cNvSpPr>
            <a:spLocks noGrp="1"/>
          </p:cNvSpPr>
          <p:nvPr>
            <p:ph sz="quarter" idx="13" hasCustomPrompt="1"/>
          </p:nvPr>
        </p:nvSpPr>
        <p:spPr>
          <a:xfrm>
            <a:off x="457200" y="1600200"/>
            <a:ext cx="4397375" cy="4525963"/>
          </a:xfrm>
        </p:spPr>
        <p:txBody>
          <a:bodyPr/>
          <a:lstStyle>
            <a:lvl1pPr marL="101600" indent="0">
              <a:buNone/>
              <a:defRPr/>
            </a:lvl1pPr>
          </a:lstStyle>
          <a:p>
            <a:pPr lvl="0"/>
            <a:r>
              <a:rPr lang="en-US" dirty="0"/>
              <a:t>Image of front cover</a:t>
            </a:r>
          </a:p>
        </p:txBody>
      </p:sp>
      <p:sp>
        <p:nvSpPr>
          <p:cNvPr id="6" name="Content Placeholder 5">
            <a:extLst>
              <a:ext uri="{FF2B5EF4-FFF2-40B4-BE49-F238E27FC236}">
                <a16:creationId xmlns:a16="http://schemas.microsoft.com/office/drawing/2014/main" id="{F4ED3915-2147-4382-A599-2376CC8854D1}"/>
              </a:ext>
            </a:extLst>
          </p:cNvPr>
          <p:cNvSpPr>
            <a:spLocks noGrp="1"/>
          </p:cNvSpPr>
          <p:nvPr>
            <p:ph sz="quarter" idx="14" hasCustomPrompt="1"/>
          </p:nvPr>
        </p:nvSpPr>
        <p:spPr>
          <a:xfrm>
            <a:off x="5029200" y="1600200"/>
            <a:ext cx="3657600" cy="1492250"/>
          </a:xfrm>
        </p:spPr>
        <p:txBody>
          <a:bodyPr anchor="b"/>
          <a:lstStyle>
            <a:lvl1pPr marL="101600" indent="0">
              <a:buNone/>
              <a:defRPr sz="3000"/>
            </a:lvl1pPr>
            <a:lvl2pPr marL="558800" indent="0">
              <a:buNone/>
              <a:defRPr/>
            </a:lvl2pPr>
          </a:lstStyle>
          <a:p>
            <a:pPr lvl="0"/>
            <a:r>
              <a:rPr lang="en-US" dirty="0"/>
              <a:t>Chapter #</a:t>
            </a:r>
          </a:p>
        </p:txBody>
      </p:sp>
      <p:sp>
        <p:nvSpPr>
          <p:cNvPr id="8" name="Content Placeholder 7">
            <a:extLst>
              <a:ext uri="{FF2B5EF4-FFF2-40B4-BE49-F238E27FC236}">
                <a16:creationId xmlns:a16="http://schemas.microsoft.com/office/drawing/2014/main" id="{3B38FD8D-0DB0-4A1A-A3F1-E26B606AC837}"/>
              </a:ext>
            </a:extLst>
          </p:cNvPr>
          <p:cNvSpPr>
            <a:spLocks noGrp="1"/>
          </p:cNvSpPr>
          <p:nvPr>
            <p:ph sz="quarter" idx="15" hasCustomPrompt="1"/>
          </p:nvPr>
        </p:nvSpPr>
        <p:spPr>
          <a:xfrm>
            <a:off x="5029200" y="3252788"/>
            <a:ext cx="3657600" cy="858837"/>
          </a:xfrm>
        </p:spPr>
        <p:txBody>
          <a:bodyPr/>
          <a:lstStyle>
            <a:lvl1pPr marL="101600" indent="0">
              <a:buNone/>
              <a:defRPr sz="2200"/>
            </a:lvl1pPr>
          </a:lstStyle>
          <a:p>
            <a:pPr lvl="0"/>
            <a:r>
              <a:rPr lang="en-US" dirty="0"/>
              <a:t>Chapter name</a:t>
            </a:r>
          </a:p>
        </p:txBody>
      </p:sp>
      <p:sp>
        <p:nvSpPr>
          <p:cNvPr id="12" name="Shape 13">
            <a:extLst>
              <a:ext uri="{FF2B5EF4-FFF2-40B4-BE49-F238E27FC236}">
                <a16:creationId xmlns:a16="http://schemas.microsoft.com/office/drawing/2014/main" id="{C5328E6C-2B17-49B8-8712-6C0E107A1D99}"/>
              </a:ext>
            </a:extLst>
          </p:cNvPr>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tx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pPr>
              <a:defRPr/>
            </a:pPr>
            <a:endParaRPr lang="en-US" dirty="0">
              <a:solidFill>
                <a:schemeClr val="tx1"/>
              </a:solidFill>
            </a:endParaRPr>
          </a:p>
        </p:txBody>
      </p:sp>
      <p:sp>
        <p:nvSpPr>
          <p:cNvPr id="13" name="Shape 14">
            <a:extLst>
              <a:ext uri="{FF2B5EF4-FFF2-40B4-BE49-F238E27FC236}">
                <a16:creationId xmlns:a16="http://schemas.microsoft.com/office/drawing/2014/main" id="{CE0B5B1C-8858-43DC-BD75-C546F4738779}"/>
              </a:ext>
            </a:extLst>
          </p:cNvPr>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lvl1pPr>
              <a:defRPr>
                <a:solidFill>
                  <a:schemeClr val="tx1"/>
                </a:solidFill>
              </a:defRPr>
            </a:lvl1pPr>
          </a:lstStyle>
          <a:p>
            <a:pPr algn="r">
              <a:buSzPct val="25000"/>
              <a:defRPr/>
            </a:pPr>
            <a:fld id="{00000000-1234-1234-1234-123412341234}" type="slidenum">
              <a:rPr lang="en-US" sz="900" smtClean="0"/>
              <a:pPr algn="r">
                <a:buSzPct val="25000"/>
                <a:defRPr/>
              </a:pPr>
              <a:t>‹#›</a:t>
            </a:fld>
            <a:endParaRPr lang="en-US" sz="900" dirty="0"/>
          </a:p>
        </p:txBody>
      </p:sp>
      <p:sp>
        <p:nvSpPr>
          <p:cNvPr id="9" name="Picture Placeholder 8">
            <a:extLst>
              <a:ext uri="{FF2B5EF4-FFF2-40B4-BE49-F238E27FC236}">
                <a16:creationId xmlns:a16="http://schemas.microsoft.com/office/drawing/2014/main" id="{51B8939D-A957-42F9-A1B5-556D29D235AB}"/>
              </a:ext>
            </a:extLst>
          </p:cNvPr>
          <p:cNvSpPr>
            <a:spLocks noGrp="1"/>
          </p:cNvSpPr>
          <p:nvPr>
            <p:ph type="pic" sz="quarter" idx="16" hasCustomPrompt="1"/>
          </p:nvPr>
        </p:nvSpPr>
        <p:spPr>
          <a:xfrm>
            <a:off x="457200" y="6400801"/>
            <a:ext cx="1001713" cy="228600"/>
          </a:xfrm>
        </p:spPr>
        <p:txBody>
          <a:bodyPr anchor="ctr"/>
          <a:lstStyle>
            <a:lvl1pPr>
              <a:buNone/>
              <a:defRPr sz="1200">
                <a:latin typeface="Verdana" panose="020B0604030504040204" pitchFamily="34" charset="0"/>
                <a:ea typeface="Verdana" panose="020B0604030504040204" pitchFamily="34" charset="0"/>
              </a:defRPr>
            </a:lvl1pPr>
          </a:lstStyle>
          <a:p>
            <a:r>
              <a:rPr lang="en-US" dirty="0"/>
              <a:t>Logo</a:t>
            </a:r>
          </a:p>
        </p:txBody>
      </p:sp>
      <p:sp>
        <p:nvSpPr>
          <p:cNvPr id="18" name="Content Placeholder 17">
            <a:extLst>
              <a:ext uri="{FF2B5EF4-FFF2-40B4-BE49-F238E27FC236}">
                <a16:creationId xmlns:a16="http://schemas.microsoft.com/office/drawing/2014/main" id="{0CF87F15-2C58-4DFC-BACB-0E2C6507BCDE}"/>
              </a:ext>
            </a:extLst>
          </p:cNvPr>
          <p:cNvSpPr>
            <a:spLocks noGrp="1"/>
          </p:cNvSpPr>
          <p:nvPr>
            <p:ph sz="quarter" idx="17" hasCustomPrompt="1"/>
          </p:nvPr>
        </p:nvSpPr>
        <p:spPr>
          <a:xfrm>
            <a:off x="2097088" y="6400800"/>
            <a:ext cx="6589712" cy="228600"/>
          </a:xfrm>
        </p:spPr>
        <p:txBody>
          <a:bodyPr anchor="ctr"/>
          <a:lstStyle>
            <a:lvl1pPr algn="r">
              <a:buNone/>
              <a:defRPr sz="1200">
                <a:latin typeface="Verdana" panose="020B0604030504040204" pitchFamily="34" charset="0"/>
                <a:ea typeface="Verdana" panose="020B0604030504040204" pitchFamily="34" charset="0"/>
              </a:defRPr>
            </a:lvl1pPr>
          </a:lstStyle>
          <a:p>
            <a:pPr lvl="0"/>
            <a:r>
              <a:rPr lang="en-US" dirty="0"/>
              <a:t>Copyright Information</a:t>
            </a:r>
          </a:p>
        </p:txBody>
      </p:sp>
      <p:sp>
        <p:nvSpPr>
          <p:cNvPr id="3" name="Content Placeholder 2">
            <a:extLst>
              <a:ext uri="{FF2B5EF4-FFF2-40B4-BE49-F238E27FC236}">
                <a16:creationId xmlns:a16="http://schemas.microsoft.com/office/drawing/2014/main" id="{1AFA6AD5-68FE-8538-3791-A19C1288BC64}"/>
              </a:ext>
            </a:extLst>
          </p:cNvPr>
          <p:cNvSpPr>
            <a:spLocks noGrp="1"/>
          </p:cNvSpPr>
          <p:nvPr>
            <p:ph sz="quarter" idx="18"/>
          </p:nvPr>
        </p:nvSpPr>
        <p:spPr>
          <a:xfrm>
            <a:off x="5029200" y="4271963"/>
            <a:ext cx="3657600" cy="1854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39355990"/>
      </p:ext>
    </p:extLst>
  </p:cSld>
  <p:clrMapOvr>
    <a:masterClrMapping/>
  </p:clrMapOvr>
  <p:extLst>
    <p:ext uri="{DCECCB84-F9BA-43D5-87BE-67443E8EF086}">
      <p15:sldGuideLst xmlns:p15="http://schemas.microsoft.com/office/powerpoint/2012/main">
        <p15:guide id="1" orient="horz" pos="4176"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add copyright">
    <p:spTree>
      <p:nvGrpSpPr>
        <p:cNvPr id="1" name="Shape 17"/>
        <p:cNvGrpSpPr/>
        <p:nvPr/>
      </p:nvGrpSpPr>
      <p:grpSpPr>
        <a:xfrm>
          <a:off x="0" y="0"/>
          <a:ext cx="0" cy="0"/>
          <a:chOff x="0" y="0"/>
          <a:chExt cx="0" cy="0"/>
        </a:xfrm>
      </p:grpSpPr>
      <p:sp>
        <p:nvSpPr>
          <p:cNvPr id="18" name="Shape 18"/>
          <p:cNvSpPr/>
          <p:nvPr/>
        </p:nvSpPr>
        <p:spPr>
          <a:xfrm>
            <a:off x="0" y="0"/>
            <a:ext cx="9144000" cy="3886200"/>
          </a:xfrm>
          <a:prstGeom prst="rect">
            <a:avLst/>
          </a:prstGeom>
          <a:solidFill>
            <a:srgbClr val="007FA3"/>
          </a:solidFill>
          <a:ln w="25400" cap="flat" cmpd="sng">
            <a:solidFill>
              <a:srgbClr val="007FA3"/>
            </a:solidFill>
            <a:prstDash val="solid"/>
            <a:round/>
            <a:headEnd type="none" w="med" len="med"/>
            <a:tailEnd type="none" w="med" len="med"/>
          </a:ln>
        </p:spPr>
        <p:txBody>
          <a:bodyPr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rgbClr val="FFFFFF"/>
              </a:solidFill>
              <a:effectLst/>
              <a:uLnTx/>
              <a:uFillTx/>
              <a:latin typeface="Arial"/>
              <a:ea typeface="Arial"/>
              <a:cs typeface="Arial"/>
              <a:sym typeface="Arial"/>
            </a:endParaRPr>
          </a:p>
        </p:txBody>
      </p:sp>
      <p:sp>
        <p:nvSpPr>
          <p:cNvPr id="19" name="Title Placeholder"/>
          <p:cNvSpPr txBox="1">
            <a:spLocks noGrp="1"/>
          </p:cNvSpPr>
          <p:nvPr>
            <p:ph type="ctrTitle"/>
          </p:nvPr>
        </p:nvSpPr>
        <p:spPr>
          <a:xfrm>
            <a:off x="685800" y="762000"/>
            <a:ext cx="7772400" cy="2838451"/>
          </a:xfrm>
          <a:prstGeom prst="rect">
            <a:avLst/>
          </a:prstGeom>
          <a:noFill/>
          <a:ln>
            <a:noFill/>
          </a:ln>
        </p:spPr>
        <p:txBody>
          <a:bodyPr lIns="91425" tIns="91425" rIns="91425" bIns="91425" anchor="b" anchorCtr="0"/>
          <a:lstStyle>
            <a:lvl1pPr marL="0" marR="0" lvl="0" indent="0" algn="l" rtl="0">
              <a:lnSpc>
                <a:spcPct val="100000"/>
              </a:lnSpc>
              <a:spcBef>
                <a:spcPts val="0"/>
              </a:spcBef>
              <a:buClr>
                <a:schemeClr val="lt1"/>
              </a:buClr>
              <a:buFont typeface="Times New Roman"/>
              <a:buNone/>
              <a:defRPr sz="3600" b="1" i="0" u="none" strike="noStrike" cap="none">
                <a:solidFill>
                  <a:schemeClr val="lt1"/>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20" name="Content Placeholder"/>
          <p:cNvSpPr txBox="1">
            <a:spLocks noGrp="1"/>
          </p:cNvSpPr>
          <p:nvPr>
            <p:ph type="subTitle" idx="1"/>
          </p:nvPr>
        </p:nvSpPr>
        <p:spPr>
          <a:xfrm>
            <a:off x="674687" y="3962400"/>
            <a:ext cx="7794625" cy="175260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2400" b="0" i="0" u="none" strike="noStrike" cap="none">
                <a:solidFill>
                  <a:schemeClr val="dk1"/>
                </a:solidFill>
                <a:latin typeface="Arial"/>
                <a:ea typeface="Arial"/>
                <a:cs typeface="Arial"/>
                <a:sym typeface="Arial"/>
              </a:defRPr>
            </a:lvl1pPr>
            <a:lvl2pPr marL="457200" marR="0" lvl="1"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2pPr>
            <a:lvl3pPr marL="914400" marR="0" lvl="2"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3pPr>
            <a:lvl4pPr marL="1371600" marR="0" lvl="3"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4pPr>
            <a:lvl5pPr marL="1828800" marR="0" lvl="4" indent="0" algn="ctr" rtl="0">
              <a:spcBef>
                <a:spcPts val="600"/>
              </a:spcBef>
              <a:buClr>
                <a:srgbClr val="007FA3"/>
              </a:buClr>
              <a:buFont typeface="Arial"/>
              <a:buNone/>
              <a:defRPr sz="1600" b="0" i="0" u="none" strike="noStrike" cap="none">
                <a:solidFill>
                  <a:srgbClr val="888888"/>
                </a:solidFill>
                <a:latin typeface="Arial"/>
                <a:ea typeface="Arial"/>
                <a:cs typeface="Arial"/>
                <a:sym typeface="Arial"/>
              </a:defRPr>
            </a:lvl5pPr>
            <a:lvl6pPr marL="2286000" marR="0" lvl="5"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6pPr>
            <a:lvl7pPr marL="2743200" marR="0" lvl="6"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7pPr>
            <a:lvl8pPr marL="3200400" marR="0" lvl="7"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8pPr>
            <a:lvl9pPr marL="3657600" marR="0" lvl="8" indent="0" algn="ctr" rtl="0">
              <a:spcBef>
                <a:spcPts val="300"/>
              </a:spcBef>
              <a:buClr>
                <a:srgbClr val="007FA3"/>
              </a:buClr>
              <a:buFont typeface="Arial"/>
              <a:buNone/>
              <a:defRPr sz="1600" b="0" i="0" u="none" strike="noStrike" cap="none">
                <a:solidFill>
                  <a:srgbClr val="888888"/>
                </a:solidFill>
                <a:latin typeface="Arial"/>
                <a:ea typeface="Arial"/>
                <a:cs typeface="Arial"/>
                <a:sym typeface="Arial"/>
              </a:defRPr>
            </a:lvl9pPr>
          </a:lstStyle>
          <a:p>
            <a:endParaRPr dirty="0"/>
          </a:p>
        </p:txBody>
      </p:sp>
      <p:sp>
        <p:nvSpPr>
          <p:cNvPr id="22" name="Shape 22"/>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sz="900" b="0" i="0" u="none" strike="noStrike" kern="0" cap="none" spc="0" normalizeH="0" baseline="0" noProof="0">
              <a:ln>
                <a:noFill/>
              </a:ln>
              <a:solidFill>
                <a:srgbClr val="FFFFFF"/>
              </a:solidFill>
              <a:effectLst/>
              <a:uLnTx/>
              <a:uFillTx/>
              <a:latin typeface="Arial"/>
              <a:cs typeface="Arial"/>
              <a:sym typeface="Arial"/>
            </a:endParaRPr>
          </a:p>
        </p:txBody>
      </p:sp>
      <p:sp>
        <p:nvSpPr>
          <p:cNvPr id="23" name="Shape 23"/>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defTabSz="914400" rtl="0" eaLnBrk="1" fontAlgn="auto" latinLnBrk="0" hangingPunct="1">
              <a:lnSpc>
                <a:spcPct val="100000"/>
              </a:lnSpc>
              <a:spcBef>
                <a:spcPts val="0"/>
              </a:spcBef>
              <a:spcAft>
                <a:spcPts val="0"/>
              </a:spcAft>
              <a:buClrTx/>
              <a:buSzPct val="25000"/>
              <a:buFontTx/>
              <a:buNone/>
              <a:tabLst/>
              <a:defRPr/>
            </a:pPr>
            <a:fld id="{00000000-1234-1234-1234-123412341234}" type="slidenum">
              <a:rPr kumimoji="0" lang="en-US" sz="900" b="0" i="0" u="none" strike="noStrike" kern="0" cap="none" spc="0" normalizeH="0" baseline="0" noProof="0">
                <a:ln>
                  <a:noFill/>
                </a:ln>
                <a:solidFill>
                  <a:srgbClr val="FFFFFF"/>
                </a:solidFill>
                <a:effectLst/>
                <a:uLnTx/>
                <a:uFillTx/>
                <a:latin typeface="Arial"/>
                <a:ea typeface="Arial"/>
                <a:cs typeface="Arial"/>
                <a:sym typeface="Arial"/>
              </a:rPr>
              <a:pPr marL="0" marR="0" lvl="0" indent="0" algn="r" defTabSz="914400" rtl="0" eaLnBrk="1" fontAlgn="auto" latinLnBrk="0" hangingPunct="1">
                <a:lnSpc>
                  <a:spcPct val="100000"/>
                </a:lnSpc>
                <a:spcBef>
                  <a:spcPts val="0"/>
                </a:spcBef>
                <a:spcAft>
                  <a:spcPts val="0"/>
                </a:spcAft>
                <a:buClrTx/>
                <a:buSzPct val="25000"/>
                <a:buFontTx/>
                <a:buNone/>
                <a:tabLst/>
                <a:defRPr/>
              </a:pPr>
              <a:t>‹#›</a:t>
            </a:fld>
            <a:endParaRPr kumimoji="0" lang="en-US" sz="900" b="0" i="0" u="none" strike="noStrike" kern="0" cap="none" spc="0" normalizeH="0" baseline="0" noProof="0">
              <a:ln>
                <a:noFill/>
              </a:ln>
              <a:solidFill>
                <a:srgbClr val="FFFFFF"/>
              </a:solidFill>
              <a:effectLst/>
              <a:uLnTx/>
              <a:uFillTx/>
              <a:latin typeface="Arial"/>
              <a:ea typeface="Arial"/>
              <a:cs typeface="Arial"/>
              <a:sym typeface="Arial"/>
            </a:endParaRPr>
          </a:p>
        </p:txBody>
      </p:sp>
      <p:sp>
        <p:nvSpPr>
          <p:cNvPr id="13" name="Picture Placeholder 8">
            <a:extLst>
              <a:ext uri="{FF2B5EF4-FFF2-40B4-BE49-F238E27FC236}">
                <a16:creationId xmlns:a16="http://schemas.microsoft.com/office/drawing/2014/main" id="{C6122C06-0248-45C8-9890-FDA2C7B0CDBA}"/>
              </a:ext>
            </a:extLst>
          </p:cNvPr>
          <p:cNvSpPr>
            <a:spLocks noGrp="1"/>
          </p:cNvSpPr>
          <p:nvPr>
            <p:ph type="pic" sz="quarter" idx="16" hasCustomPrompt="1"/>
          </p:nvPr>
        </p:nvSpPr>
        <p:spPr>
          <a:xfrm>
            <a:off x="457200" y="6400801"/>
            <a:ext cx="1001713" cy="228600"/>
          </a:xfrm>
        </p:spPr>
        <p:txBody>
          <a:bodyPr anchor="ctr"/>
          <a:lstStyle>
            <a:lvl1pPr>
              <a:buNone/>
              <a:defRPr sz="1200">
                <a:latin typeface="Verdana" panose="020B0604030504040204" pitchFamily="34" charset="0"/>
                <a:ea typeface="Verdana" panose="020B0604030504040204" pitchFamily="34" charset="0"/>
              </a:defRPr>
            </a:lvl1pPr>
          </a:lstStyle>
          <a:p>
            <a:r>
              <a:rPr lang="en-US" dirty="0"/>
              <a:t>Logo</a:t>
            </a:r>
          </a:p>
        </p:txBody>
      </p:sp>
      <p:sp>
        <p:nvSpPr>
          <p:cNvPr id="3" name="Content Placeholder 2">
            <a:extLst>
              <a:ext uri="{FF2B5EF4-FFF2-40B4-BE49-F238E27FC236}">
                <a16:creationId xmlns:a16="http://schemas.microsoft.com/office/drawing/2014/main" id="{B3F9E3F0-3064-41BA-BF34-B5D9350D8D48}"/>
              </a:ext>
            </a:extLst>
          </p:cNvPr>
          <p:cNvSpPr>
            <a:spLocks noGrp="1"/>
          </p:cNvSpPr>
          <p:nvPr>
            <p:ph sz="quarter" idx="17" hasCustomPrompt="1"/>
          </p:nvPr>
        </p:nvSpPr>
        <p:spPr>
          <a:xfrm>
            <a:off x="1836402" y="6400801"/>
            <a:ext cx="6908800" cy="228600"/>
          </a:xfrm>
        </p:spPr>
        <p:txBody>
          <a:bodyPr anchor="ctr"/>
          <a:lstStyle>
            <a:lvl1pPr algn="r">
              <a:buNone/>
              <a:defRPr sz="1200">
                <a:latin typeface="Verdana" panose="020B0604030504040204" pitchFamily="34" charset="0"/>
                <a:ea typeface="Verdana" panose="020B0604030504040204" pitchFamily="34" charset="0"/>
              </a:defRPr>
            </a:lvl1pPr>
          </a:lstStyle>
          <a:p>
            <a:pPr lvl="0"/>
            <a:r>
              <a:rPr lang="en-US" dirty="0"/>
              <a:t>Copyright Information</a:t>
            </a:r>
          </a:p>
        </p:txBody>
      </p:sp>
    </p:spTree>
    <p:extLst>
      <p:ext uri="{BB962C8B-B14F-4D97-AF65-F5344CB8AC3E}">
        <p14:creationId xmlns:p14="http://schemas.microsoft.com/office/powerpoint/2010/main" val="42159409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Shape 24"/>
        <p:cNvGrpSpPr/>
        <p:nvPr/>
      </p:nvGrpSpPr>
      <p:grpSpPr>
        <a:xfrm>
          <a:off x="0" y="0"/>
          <a:ext cx="0" cy="0"/>
          <a:chOff x="0" y="0"/>
          <a:chExt cx="0" cy="0"/>
        </a:xfrm>
      </p:grpSpPr>
      <p:sp>
        <p:nvSpPr>
          <p:cNvPr id="25" name="Title Placeholder"/>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4" name="Content Placeholder 3">
            <a:extLst>
              <a:ext uri="{FF2B5EF4-FFF2-40B4-BE49-F238E27FC236}">
                <a16:creationId xmlns:a16="http://schemas.microsoft.com/office/drawing/2014/main" id="{00F45AE3-EB76-41DE-97B2-CFE79B73D3C6}"/>
              </a:ext>
            </a:extLst>
          </p:cNvPr>
          <p:cNvSpPr>
            <a:spLocks noGrp="1"/>
          </p:cNvSpPr>
          <p:nvPr>
            <p:ph sz="quarter" idx="13"/>
          </p:nvPr>
        </p:nvSpPr>
        <p:spPr>
          <a:xfrm>
            <a:off x="457200" y="1441450"/>
            <a:ext cx="8232775" cy="4709968"/>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Shape 28"/>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29" name="Shape 29"/>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itle and Two Content">
    <p:spTree>
      <p:nvGrpSpPr>
        <p:cNvPr id="1" name="Shape 30"/>
        <p:cNvGrpSpPr/>
        <p:nvPr/>
      </p:nvGrpSpPr>
      <p:grpSpPr>
        <a:xfrm>
          <a:off x="0" y="0"/>
          <a:ext cx="0" cy="0"/>
          <a:chOff x="0" y="0"/>
          <a:chExt cx="0" cy="0"/>
        </a:xfrm>
      </p:grpSpPr>
      <p:sp>
        <p:nvSpPr>
          <p:cNvPr id="31" name="Title Placeholder"/>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4" name="Content Placeholder 3">
            <a:extLst>
              <a:ext uri="{FF2B5EF4-FFF2-40B4-BE49-F238E27FC236}">
                <a16:creationId xmlns:a16="http://schemas.microsoft.com/office/drawing/2014/main" id="{211BB07C-705F-4113-A2C5-779D6EA64D97}"/>
              </a:ext>
            </a:extLst>
          </p:cNvPr>
          <p:cNvSpPr>
            <a:spLocks noGrp="1"/>
          </p:cNvSpPr>
          <p:nvPr>
            <p:ph sz="quarter" idx="13"/>
          </p:nvPr>
        </p:nvSpPr>
        <p:spPr>
          <a:xfrm>
            <a:off x="457200" y="1556327"/>
            <a:ext cx="8229600" cy="2267528"/>
          </a:xfrm>
        </p:spPr>
        <p:txBody>
          <a:bodyPr/>
          <a:lstStyle/>
          <a:p>
            <a:pPr lvl="0"/>
            <a:r>
              <a:rPr lang="en-US" dirty="0"/>
              <a:t>Edit Master text styles</a:t>
            </a:r>
          </a:p>
        </p:txBody>
      </p:sp>
      <p:sp>
        <p:nvSpPr>
          <p:cNvPr id="7" name="Content Placeholder 6">
            <a:extLst>
              <a:ext uri="{FF2B5EF4-FFF2-40B4-BE49-F238E27FC236}">
                <a16:creationId xmlns:a16="http://schemas.microsoft.com/office/drawing/2014/main" id="{820D01C0-4FD2-4065-9EC3-96A308398288}"/>
              </a:ext>
            </a:extLst>
          </p:cNvPr>
          <p:cNvSpPr>
            <a:spLocks noGrp="1"/>
          </p:cNvSpPr>
          <p:nvPr>
            <p:ph sz="quarter" idx="14"/>
          </p:nvPr>
        </p:nvSpPr>
        <p:spPr>
          <a:xfrm>
            <a:off x="457200" y="3971925"/>
            <a:ext cx="8229600" cy="2105025"/>
          </a:xfrm>
        </p:spPr>
        <p:txBody>
          <a:bodyPr/>
          <a:lstStyle/>
          <a:p>
            <a:pPr lvl="0"/>
            <a:r>
              <a:rPr lang="en-US" dirty="0"/>
              <a:t>Edit Master text styles</a:t>
            </a:r>
          </a:p>
        </p:txBody>
      </p:sp>
      <p:sp>
        <p:nvSpPr>
          <p:cNvPr id="35" name="Shape 35"/>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6" name="Shape 36"/>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Three Content">
    <p:spTree>
      <p:nvGrpSpPr>
        <p:cNvPr id="1" name="Shape 30"/>
        <p:cNvGrpSpPr/>
        <p:nvPr/>
      </p:nvGrpSpPr>
      <p:grpSpPr>
        <a:xfrm>
          <a:off x="0" y="0"/>
          <a:ext cx="0" cy="0"/>
          <a:chOff x="0" y="0"/>
          <a:chExt cx="0" cy="0"/>
        </a:xfrm>
      </p:grpSpPr>
      <p:sp>
        <p:nvSpPr>
          <p:cNvPr id="31" name="Title Placeholder"/>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3" name="Content Placeholder 2">
            <a:extLst>
              <a:ext uri="{FF2B5EF4-FFF2-40B4-BE49-F238E27FC236}">
                <a16:creationId xmlns:a16="http://schemas.microsoft.com/office/drawing/2014/main" id="{6F503D41-401A-43DB-9BC0-38F51965B892}"/>
              </a:ext>
            </a:extLst>
          </p:cNvPr>
          <p:cNvSpPr>
            <a:spLocks noGrp="1"/>
          </p:cNvSpPr>
          <p:nvPr>
            <p:ph sz="quarter" idx="15"/>
          </p:nvPr>
        </p:nvSpPr>
        <p:spPr>
          <a:xfrm>
            <a:off x="457200" y="1556327"/>
            <a:ext cx="3635375" cy="4520623"/>
          </a:xfrm>
        </p:spPr>
        <p:txBody>
          <a:bodyPr/>
          <a:lstStyle/>
          <a:p>
            <a:pPr lvl="0"/>
            <a:r>
              <a:rPr lang="en-US" dirty="0"/>
              <a:t>Edit Master text styles</a:t>
            </a:r>
          </a:p>
        </p:txBody>
      </p:sp>
      <p:sp>
        <p:nvSpPr>
          <p:cNvPr id="4" name="Content Placeholder 3">
            <a:extLst>
              <a:ext uri="{FF2B5EF4-FFF2-40B4-BE49-F238E27FC236}">
                <a16:creationId xmlns:a16="http://schemas.microsoft.com/office/drawing/2014/main" id="{211BB07C-705F-4113-A2C5-779D6EA64D97}"/>
              </a:ext>
            </a:extLst>
          </p:cNvPr>
          <p:cNvSpPr>
            <a:spLocks noGrp="1"/>
          </p:cNvSpPr>
          <p:nvPr>
            <p:ph sz="quarter" idx="13"/>
          </p:nvPr>
        </p:nvSpPr>
        <p:spPr>
          <a:xfrm>
            <a:off x="4234542" y="1556327"/>
            <a:ext cx="4452257" cy="2267528"/>
          </a:xfrm>
        </p:spPr>
        <p:txBody>
          <a:bodyPr/>
          <a:lstStyle/>
          <a:p>
            <a:pPr lvl="0"/>
            <a:r>
              <a:rPr lang="en-US" dirty="0"/>
              <a:t>Edit Master text styles</a:t>
            </a:r>
          </a:p>
        </p:txBody>
      </p:sp>
      <p:sp>
        <p:nvSpPr>
          <p:cNvPr id="7" name="Content Placeholder 6">
            <a:extLst>
              <a:ext uri="{FF2B5EF4-FFF2-40B4-BE49-F238E27FC236}">
                <a16:creationId xmlns:a16="http://schemas.microsoft.com/office/drawing/2014/main" id="{820D01C0-4FD2-4065-9EC3-96A308398288}"/>
              </a:ext>
            </a:extLst>
          </p:cNvPr>
          <p:cNvSpPr>
            <a:spLocks noGrp="1"/>
          </p:cNvSpPr>
          <p:nvPr>
            <p:ph sz="quarter" idx="14"/>
          </p:nvPr>
        </p:nvSpPr>
        <p:spPr>
          <a:xfrm>
            <a:off x="4234542" y="3971925"/>
            <a:ext cx="4452258" cy="2105025"/>
          </a:xfrm>
        </p:spPr>
        <p:txBody>
          <a:bodyPr/>
          <a:lstStyle/>
          <a:p>
            <a:pPr lvl="0"/>
            <a:r>
              <a:rPr lang="en-US" dirty="0"/>
              <a:t>Edit Master text styles</a:t>
            </a:r>
          </a:p>
        </p:txBody>
      </p:sp>
      <p:sp>
        <p:nvSpPr>
          <p:cNvPr id="35" name="Shape 35"/>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6" name="Shape 36"/>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27690625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Two Columns">
    <p:spTree>
      <p:nvGrpSpPr>
        <p:cNvPr id="1" name="Shape 30"/>
        <p:cNvGrpSpPr/>
        <p:nvPr/>
      </p:nvGrpSpPr>
      <p:grpSpPr>
        <a:xfrm>
          <a:off x="0" y="0"/>
          <a:ext cx="0" cy="0"/>
          <a:chOff x="0" y="0"/>
          <a:chExt cx="0" cy="0"/>
        </a:xfrm>
      </p:grpSpPr>
      <p:sp>
        <p:nvSpPr>
          <p:cNvPr id="31" name="Title Placeholder"/>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8" name="Content Placeholder 7">
            <a:extLst>
              <a:ext uri="{FF2B5EF4-FFF2-40B4-BE49-F238E27FC236}">
                <a16:creationId xmlns:a16="http://schemas.microsoft.com/office/drawing/2014/main" id="{82CB7AFE-9851-46A0-B2FB-0A5EE6AEFCA6}"/>
              </a:ext>
            </a:extLst>
          </p:cNvPr>
          <p:cNvSpPr>
            <a:spLocks noGrp="1"/>
          </p:cNvSpPr>
          <p:nvPr>
            <p:ph sz="quarter" idx="13" hasCustomPrompt="1"/>
          </p:nvPr>
        </p:nvSpPr>
        <p:spPr>
          <a:xfrm>
            <a:off x="457200" y="1552575"/>
            <a:ext cx="3991970" cy="4438650"/>
          </a:xfrm>
        </p:spPr>
        <p:txBody>
          <a:bodyPr/>
          <a:lstStyle>
            <a:lvl1pPr>
              <a:defRPr/>
            </a:lvl1pPr>
          </a:lstStyle>
          <a:p>
            <a:pPr lvl="0"/>
            <a:r>
              <a:rPr lang="en-US" dirty="0"/>
              <a:t>Click to add text</a:t>
            </a:r>
          </a:p>
        </p:txBody>
      </p:sp>
      <p:sp>
        <p:nvSpPr>
          <p:cNvPr id="16" name="Content Placeholder 7">
            <a:extLst>
              <a:ext uri="{FF2B5EF4-FFF2-40B4-BE49-F238E27FC236}">
                <a16:creationId xmlns:a16="http://schemas.microsoft.com/office/drawing/2014/main" id="{75D3A394-A5AF-478E-AC3D-2714CFF806D2}"/>
              </a:ext>
            </a:extLst>
          </p:cNvPr>
          <p:cNvSpPr>
            <a:spLocks noGrp="1"/>
          </p:cNvSpPr>
          <p:nvPr>
            <p:ph sz="quarter" idx="14" hasCustomPrompt="1"/>
          </p:nvPr>
        </p:nvSpPr>
        <p:spPr>
          <a:xfrm>
            <a:off x="4694830" y="1552575"/>
            <a:ext cx="3991970" cy="4438650"/>
          </a:xfrm>
        </p:spPr>
        <p:txBody>
          <a:bodyPr/>
          <a:lstStyle/>
          <a:p>
            <a:pPr lvl="0"/>
            <a:r>
              <a:rPr lang="en-US" dirty="0"/>
              <a:t>Click to add text</a:t>
            </a:r>
          </a:p>
        </p:txBody>
      </p:sp>
      <p:sp>
        <p:nvSpPr>
          <p:cNvPr id="35" name="Shape 35"/>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6" name="Shape 36"/>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4126110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Three Columns">
    <p:spTree>
      <p:nvGrpSpPr>
        <p:cNvPr id="1" name="Shape 30"/>
        <p:cNvGrpSpPr/>
        <p:nvPr/>
      </p:nvGrpSpPr>
      <p:grpSpPr>
        <a:xfrm>
          <a:off x="0" y="0"/>
          <a:ext cx="0" cy="0"/>
          <a:chOff x="0" y="0"/>
          <a:chExt cx="0" cy="0"/>
        </a:xfrm>
      </p:grpSpPr>
      <p:sp>
        <p:nvSpPr>
          <p:cNvPr id="31" name="Title Placeholder"/>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16" name="Content Placeholder 7">
            <a:extLst>
              <a:ext uri="{FF2B5EF4-FFF2-40B4-BE49-F238E27FC236}">
                <a16:creationId xmlns:a16="http://schemas.microsoft.com/office/drawing/2014/main" id="{75D3A394-A5AF-478E-AC3D-2714CFF806D2}"/>
              </a:ext>
            </a:extLst>
          </p:cNvPr>
          <p:cNvSpPr>
            <a:spLocks noGrp="1"/>
          </p:cNvSpPr>
          <p:nvPr>
            <p:ph sz="quarter" idx="14" hasCustomPrompt="1"/>
          </p:nvPr>
        </p:nvSpPr>
        <p:spPr>
          <a:xfrm>
            <a:off x="457201" y="1552575"/>
            <a:ext cx="2595603" cy="4438650"/>
          </a:xfrm>
        </p:spPr>
        <p:txBody>
          <a:bodyPr/>
          <a:lstStyle/>
          <a:p>
            <a:pPr lvl="0"/>
            <a:r>
              <a:rPr lang="en-US" dirty="0"/>
              <a:t>Click to add text</a:t>
            </a:r>
          </a:p>
        </p:txBody>
      </p:sp>
      <p:sp>
        <p:nvSpPr>
          <p:cNvPr id="8" name="Content Placeholder 7">
            <a:extLst>
              <a:ext uri="{FF2B5EF4-FFF2-40B4-BE49-F238E27FC236}">
                <a16:creationId xmlns:a16="http://schemas.microsoft.com/office/drawing/2014/main" id="{82CB7AFE-9851-46A0-B2FB-0A5EE6AEFCA6}"/>
              </a:ext>
            </a:extLst>
          </p:cNvPr>
          <p:cNvSpPr>
            <a:spLocks noGrp="1"/>
          </p:cNvSpPr>
          <p:nvPr>
            <p:ph sz="quarter" idx="13" hasCustomPrompt="1"/>
          </p:nvPr>
        </p:nvSpPr>
        <p:spPr>
          <a:xfrm>
            <a:off x="3274199" y="1552575"/>
            <a:ext cx="2595602" cy="4438650"/>
          </a:xfrm>
        </p:spPr>
        <p:txBody>
          <a:bodyPr/>
          <a:lstStyle>
            <a:lvl1pPr>
              <a:defRPr/>
            </a:lvl1pPr>
          </a:lstStyle>
          <a:p>
            <a:pPr lvl="0"/>
            <a:r>
              <a:rPr lang="en-US" dirty="0"/>
              <a:t>Click to add text</a:t>
            </a:r>
          </a:p>
        </p:txBody>
      </p:sp>
      <p:sp>
        <p:nvSpPr>
          <p:cNvPr id="17" name="Content Placeholder 7">
            <a:extLst>
              <a:ext uri="{FF2B5EF4-FFF2-40B4-BE49-F238E27FC236}">
                <a16:creationId xmlns:a16="http://schemas.microsoft.com/office/drawing/2014/main" id="{5D721EFE-2C28-4C54-8BB9-3FCF3DECD16D}"/>
              </a:ext>
            </a:extLst>
          </p:cNvPr>
          <p:cNvSpPr>
            <a:spLocks noGrp="1"/>
          </p:cNvSpPr>
          <p:nvPr>
            <p:ph sz="quarter" idx="15" hasCustomPrompt="1"/>
          </p:nvPr>
        </p:nvSpPr>
        <p:spPr>
          <a:xfrm>
            <a:off x="6091197" y="1552575"/>
            <a:ext cx="2595603" cy="4438650"/>
          </a:xfrm>
        </p:spPr>
        <p:txBody>
          <a:bodyPr/>
          <a:lstStyle/>
          <a:p>
            <a:pPr lvl="0"/>
            <a:r>
              <a:rPr lang="en-US" dirty="0"/>
              <a:t>Click to add text</a:t>
            </a:r>
          </a:p>
        </p:txBody>
      </p:sp>
      <p:sp>
        <p:nvSpPr>
          <p:cNvPr id="35" name="Shape 35"/>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6" name="Shape 36"/>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416443381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Four Content">
    <p:spTree>
      <p:nvGrpSpPr>
        <p:cNvPr id="1" name="Shape 30"/>
        <p:cNvGrpSpPr/>
        <p:nvPr/>
      </p:nvGrpSpPr>
      <p:grpSpPr>
        <a:xfrm>
          <a:off x="0" y="0"/>
          <a:ext cx="0" cy="0"/>
          <a:chOff x="0" y="0"/>
          <a:chExt cx="0" cy="0"/>
        </a:xfrm>
      </p:grpSpPr>
      <p:sp>
        <p:nvSpPr>
          <p:cNvPr id="31" name="Title Placeholder"/>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8" name="Content Placeholder 7">
            <a:extLst>
              <a:ext uri="{FF2B5EF4-FFF2-40B4-BE49-F238E27FC236}">
                <a16:creationId xmlns:a16="http://schemas.microsoft.com/office/drawing/2014/main" id="{82CB7AFE-9851-46A0-B2FB-0A5EE6AEFCA6}"/>
              </a:ext>
            </a:extLst>
          </p:cNvPr>
          <p:cNvSpPr>
            <a:spLocks noGrp="1"/>
          </p:cNvSpPr>
          <p:nvPr>
            <p:ph sz="quarter" idx="13" hasCustomPrompt="1"/>
          </p:nvPr>
        </p:nvSpPr>
        <p:spPr>
          <a:xfrm>
            <a:off x="457200" y="1552575"/>
            <a:ext cx="1885950" cy="4438650"/>
          </a:xfrm>
        </p:spPr>
        <p:txBody>
          <a:bodyPr/>
          <a:lstStyle>
            <a:lvl1pPr>
              <a:defRPr/>
            </a:lvl1pPr>
          </a:lstStyle>
          <a:p>
            <a:pPr lvl="0"/>
            <a:r>
              <a:rPr lang="en-US" dirty="0"/>
              <a:t>Click to add text</a:t>
            </a:r>
          </a:p>
        </p:txBody>
      </p:sp>
      <p:sp>
        <p:nvSpPr>
          <p:cNvPr id="16" name="Content Placeholder 7">
            <a:extLst>
              <a:ext uri="{FF2B5EF4-FFF2-40B4-BE49-F238E27FC236}">
                <a16:creationId xmlns:a16="http://schemas.microsoft.com/office/drawing/2014/main" id="{75D3A394-A5AF-478E-AC3D-2714CFF806D2}"/>
              </a:ext>
            </a:extLst>
          </p:cNvPr>
          <p:cNvSpPr>
            <a:spLocks noGrp="1"/>
          </p:cNvSpPr>
          <p:nvPr>
            <p:ph sz="quarter" idx="14" hasCustomPrompt="1"/>
          </p:nvPr>
        </p:nvSpPr>
        <p:spPr>
          <a:xfrm>
            <a:off x="2572593" y="1552575"/>
            <a:ext cx="1885950" cy="4438650"/>
          </a:xfrm>
        </p:spPr>
        <p:txBody>
          <a:bodyPr/>
          <a:lstStyle/>
          <a:p>
            <a:pPr lvl="0"/>
            <a:r>
              <a:rPr lang="en-US" dirty="0"/>
              <a:t>Click to add text</a:t>
            </a:r>
          </a:p>
        </p:txBody>
      </p:sp>
      <p:sp>
        <p:nvSpPr>
          <p:cNvPr id="17" name="Content Placeholder 7">
            <a:extLst>
              <a:ext uri="{FF2B5EF4-FFF2-40B4-BE49-F238E27FC236}">
                <a16:creationId xmlns:a16="http://schemas.microsoft.com/office/drawing/2014/main" id="{5D721EFE-2C28-4C54-8BB9-3FCF3DECD16D}"/>
              </a:ext>
            </a:extLst>
          </p:cNvPr>
          <p:cNvSpPr>
            <a:spLocks noGrp="1"/>
          </p:cNvSpPr>
          <p:nvPr>
            <p:ph sz="quarter" idx="15" hasCustomPrompt="1"/>
          </p:nvPr>
        </p:nvSpPr>
        <p:spPr>
          <a:xfrm>
            <a:off x="4687986" y="1552575"/>
            <a:ext cx="1885950" cy="4438650"/>
          </a:xfrm>
        </p:spPr>
        <p:txBody>
          <a:bodyPr/>
          <a:lstStyle/>
          <a:p>
            <a:pPr lvl="0"/>
            <a:r>
              <a:rPr lang="en-US" dirty="0"/>
              <a:t>Click to add text</a:t>
            </a:r>
          </a:p>
        </p:txBody>
      </p:sp>
      <p:sp>
        <p:nvSpPr>
          <p:cNvPr id="18" name="Content Placeholder 7">
            <a:extLst>
              <a:ext uri="{FF2B5EF4-FFF2-40B4-BE49-F238E27FC236}">
                <a16:creationId xmlns:a16="http://schemas.microsoft.com/office/drawing/2014/main" id="{99D20A0E-9225-48FB-91AF-C7D8DE4D66F4}"/>
              </a:ext>
            </a:extLst>
          </p:cNvPr>
          <p:cNvSpPr>
            <a:spLocks noGrp="1"/>
          </p:cNvSpPr>
          <p:nvPr>
            <p:ph sz="quarter" idx="16" hasCustomPrompt="1"/>
          </p:nvPr>
        </p:nvSpPr>
        <p:spPr>
          <a:xfrm>
            <a:off x="6803378" y="1552575"/>
            <a:ext cx="1885950" cy="4438650"/>
          </a:xfrm>
        </p:spPr>
        <p:txBody>
          <a:bodyPr/>
          <a:lstStyle/>
          <a:p>
            <a:pPr marL="256032" marR="0" lvl="0" indent="-154432" algn="l" defTabSz="914400" rtl="0" eaLnBrk="1" fontAlgn="auto" latinLnBrk="0" hangingPunct="1">
              <a:lnSpc>
                <a:spcPct val="100000"/>
              </a:lnSpc>
              <a:spcBef>
                <a:spcPts val="1500"/>
              </a:spcBef>
              <a:spcAft>
                <a:spcPts val="0"/>
              </a:spcAft>
              <a:buClr>
                <a:srgbClr val="007FA3"/>
              </a:buClr>
              <a:buSzPct val="100000"/>
              <a:buFont typeface="Arial"/>
              <a:buChar char="•"/>
              <a:tabLst/>
              <a:defRPr/>
            </a:pPr>
            <a:r>
              <a:rPr lang="en-US" dirty="0"/>
              <a:t>Click to add text</a:t>
            </a:r>
          </a:p>
        </p:txBody>
      </p:sp>
      <p:sp>
        <p:nvSpPr>
          <p:cNvPr id="35" name="Shape 35"/>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36" name="Shape 36"/>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0112147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Figure + Caption">
    <p:spTree>
      <p:nvGrpSpPr>
        <p:cNvPr id="1" name="Shape 53"/>
        <p:cNvGrpSpPr/>
        <p:nvPr/>
      </p:nvGrpSpPr>
      <p:grpSpPr>
        <a:xfrm>
          <a:off x="0" y="0"/>
          <a:ext cx="0" cy="0"/>
          <a:chOff x="0" y="0"/>
          <a:chExt cx="0" cy="0"/>
        </a:xfrm>
      </p:grpSpPr>
      <p:sp>
        <p:nvSpPr>
          <p:cNvPr id="54" name="Tile Placeholder"/>
          <p:cNvSpPr txBox="1">
            <a:spLocks noGrp="1"/>
          </p:cNvSpPr>
          <p:nvPr>
            <p:ph type="title" hasCustomPrompt="1"/>
          </p:nvPr>
        </p:nvSpPr>
        <p:spPr>
          <a:xfrm>
            <a:off x="457200" y="228600"/>
            <a:ext cx="8229600" cy="106679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r>
              <a:rPr lang="en-US" dirty="0"/>
              <a:t>Click to add figure number and title</a:t>
            </a:r>
            <a:endParaRPr dirty="0"/>
          </a:p>
        </p:txBody>
      </p:sp>
      <p:sp>
        <p:nvSpPr>
          <p:cNvPr id="3" name="Picture Placeholder 2">
            <a:extLst>
              <a:ext uri="{FF2B5EF4-FFF2-40B4-BE49-F238E27FC236}">
                <a16:creationId xmlns:a16="http://schemas.microsoft.com/office/drawing/2014/main" id="{AD3CB993-AC2C-41C5-BFB7-F2499EC1A14C}"/>
              </a:ext>
            </a:extLst>
          </p:cNvPr>
          <p:cNvSpPr>
            <a:spLocks noGrp="1"/>
          </p:cNvSpPr>
          <p:nvPr>
            <p:ph type="pic" sz="quarter" idx="13"/>
          </p:nvPr>
        </p:nvSpPr>
        <p:spPr>
          <a:xfrm>
            <a:off x="457200" y="1512888"/>
            <a:ext cx="8232775" cy="3417887"/>
          </a:xfrm>
        </p:spPr>
        <p:txBody>
          <a:bodyPr/>
          <a:lstStyle/>
          <a:p>
            <a:endParaRPr lang="en-US" dirty="0"/>
          </a:p>
        </p:txBody>
      </p:sp>
      <p:sp>
        <p:nvSpPr>
          <p:cNvPr id="55" name="Content Placeholder"/>
          <p:cNvSpPr txBox="1">
            <a:spLocks noGrp="1"/>
          </p:cNvSpPr>
          <p:nvPr>
            <p:ph type="body" idx="1" hasCustomPrompt="1"/>
          </p:nvPr>
        </p:nvSpPr>
        <p:spPr>
          <a:xfrm>
            <a:off x="457200" y="5050971"/>
            <a:ext cx="8229600" cy="1018367"/>
          </a:xfrm>
          <a:prstGeom prst="rect">
            <a:avLst/>
          </a:prstGeom>
          <a:noFill/>
          <a:ln>
            <a:noFill/>
          </a:ln>
        </p:spPr>
        <p:txBody>
          <a:bodyPr lIns="91425" tIns="91425" rIns="91425" bIns="91425" anchor="b" anchorCtr="0"/>
          <a:lstStyle>
            <a:lvl1pPr marL="0" marR="0" lvl="0" indent="0" algn="l" rtl="0">
              <a:spcBef>
                <a:spcPts val="0"/>
              </a:spcBef>
              <a:buClr>
                <a:srgbClr val="007FA3"/>
              </a:buClr>
              <a:buFont typeface="Arial"/>
              <a:buNone/>
              <a:defRPr sz="1200" b="0" i="0" u="none" strike="noStrike" cap="none">
                <a:solidFill>
                  <a:schemeClr val="dk1"/>
                </a:solidFill>
                <a:latin typeface="Arial"/>
                <a:ea typeface="Arial"/>
                <a:cs typeface="Arial"/>
                <a:sym typeface="Arial"/>
              </a:defRPr>
            </a:lvl1pPr>
            <a:lvl2pPr marL="0" marR="0" lvl="1"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2pPr>
            <a:lvl3pPr marL="0" marR="0" lvl="2"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3pPr>
            <a:lvl4pPr marL="0" marR="0" lvl="3"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4pPr>
            <a:lvl5pPr marL="0" marR="0" lvl="4"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5pPr>
            <a:lvl6pPr marL="0" marR="0" lvl="5"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6pPr>
            <a:lvl7pPr marL="0" marR="0" lvl="6"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7pPr>
            <a:lvl8pPr marL="0" marR="0" lvl="7"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8pPr>
            <a:lvl9pPr marL="0" marR="0" lvl="8" indent="0" algn="l" rtl="0">
              <a:spcBef>
                <a:spcPts val="0"/>
              </a:spcBef>
              <a:buClr>
                <a:srgbClr val="007FA3"/>
              </a:buClr>
              <a:buFont typeface="Arial"/>
              <a:buNone/>
              <a:defRPr sz="1600" b="0" i="0" u="none" strike="noStrike" cap="none">
                <a:solidFill>
                  <a:schemeClr val="dk1"/>
                </a:solidFill>
                <a:latin typeface="Arial"/>
                <a:ea typeface="Arial"/>
                <a:cs typeface="Arial"/>
                <a:sym typeface="Arial"/>
              </a:defRPr>
            </a:lvl9pPr>
          </a:lstStyle>
          <a:p>
            <a:r>
              <a:rPr lang="en-US" dirty="0"/>
              <a:t>Click to add caption</a:t>
            </a:r>
            <a:endParaRPr dirty="0"/>
          </a:p>
        </p:txBody>
      </p:sp>
      <p:sp>
        <p:nvSpPr>
          <p:cNvPr id="57" name="Shape 57"/>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dk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58" name="Shape 58"/>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dk1"/>
                </a:solidFill>
                <a:latin typeface="Arial"/>
                <a:ea typeface="Arial"/>
                <a:cs typeface="Arial"/>
                <a:sym typeface="Arial"/>
              </a:rPr>
              <a:t>‹#›</a:t>
            </a:fld>
            <a:endParaRPr lang="en-US" sz="9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18850975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Figure + Caption">
    <p:spTree>
      <p:nvGrpSpPr>
        <p:cNvPr id="1" name=""/>
        <p:cNvGrpSpPr/>
        <p:nvPr/>
      </p:nvGrpSpPr>
      <p:grpSpPr>
        <a:xfrm>
          <a:off x="0" y="0"/>
          <a:ext cx="0" cy="0"/>
          <a:chOff x="0" y="0"/>
          <a:chExt cx="0" cy="0"/>
        </a:xfrm>
      </p:grpSpPr>
      <p:sp>
        <p:nvSpPr>
          <p:cNvPr id="2" name="Title Placeholder">
            <a:extLst>
              <a:ext uri="{FF2B5EF4-FFF2-40B4-BE49-F238E27FC236}">
                <a16:creationId xmlns:a16="http://schemas.microsoft.com/office/drawing/2014/main" id="{14F033AD-BE5C-406D-991C-6AC56003E70C}"/>
              </a:ext>
            </a:extLst>
          </p:cNvPr>
          <p:cNvSpPr>
            <a:spLocks noGrp="1"/>
          </p:cNvSpPr>
          <p:nvPr>
            <p:ph type="title" hasCustomPrompt="1"/>
          </p:nvPr>
        </p:nvSpPr>
        <p:spPr/>
        <p:txBody>
          <a:bodyPr/>
          <a:lstStyle>
            <a:lvl1pPr>
              <a:defRPr sz="3600">
                <a:latin typeface="+mj-lt"/>
              </a:defRPr>
            </a:lvl1pPr>
          </a:lstStyle>
          <a:p>
            <a:r>
              <a:rPr lang="en-US" dirty="0"/>
              <a:t>Click to add figure number and title</a:t>
            </a:r>
          </a:p>
        </p:txBody>
      </p:sp>
      <p:sp>
        <p:nvSpPr>
          <p:cNvPr id="7" name="Content Placeholder 6">
            <a:extLst>
              <a:ext uri="{FF2B5EF4-FFF2-40B4-BE49-F238E27FC236}">
                <a16:creationId xmlns:a16="http://schemas.microsoft.com/office/drawing/2014/main" id="{9E6B7D3D-89C9-4133-8D8A-D779EB3D311D}"/>
              </a:ext>
            </a:extLst>
          </p:cNvPr>
          <p:cNvSpPr>
            <a:spLocks noGrp="1"/>
          </p:cNvSpPr>
          <p:nvPr>
            <p:ph sz="quarter" idx="13" hasCustomPrompt="1"/>
          </p:nvPr>
        </p:nvSpPr>
        <p:spPr>
          <a:xfrm>
            <a:off x="457200" y="1481138"/>
            <a:ext cx="4484688" cy="3754437"/>
          </a:xfrm>
        </p:spPr>
        <p:txBody>
          <a:bodyPr/>
          <a:lstStyle>
            <a:lvl1pPr>
              <a:defRPr/>
            </a:lvl1pPr>
          </a:lstStyle>
          <a:p>
            <a:pPr lvl="0"/>
            <a:r>
              <a:rPr lang="en-US" dirty="0"/>
              <a:t>Figure</a:t>
            </a:r>
          </a:p>
        </p:txBody>
      </p:sp>
      <p:sp>
        <p:nvSpPr>
          <p:cNvPr id="12" name="Content Placeholder 11">
            <a:extLst>
              <a:ext uri="{FF2B5EF4-FFF2-40B4-BE49-F238E27FC236}">
                <a16:creationId xmlns:a16="http://schemas.microsoft.com/office/drawing/2014/main" id="{5CAF3FDC-1BE7-4A19-A3D7-02B55407B90B}"/>
              </a:ext>
            </a:extLst>
          </p:cNvPr>
          <p:cNvSpPr>
            <a:spLocks noGrp="1"/>
          </p:cNvSpPr>
          <p:nvPr>
            <p:ph sz="quarter" idx="15" hasCustomPrompt="1"/>
          </p:nvPr>
        </p:nvSpPr>
        <p:spPr>
          <a:xfrm>
            <a:off x="5048250" y="1481138"/>
            <a:ext cx="3638550" cy="3754437"/>
          </a:xfrm>
        </p:spPr>
        <p:txBody>
          <a:bodyPr/>
          <a:lstStyle/>
          <a:p>
            <a:pPr lvl="0"/>
            <a:r>
              <a:rPr lang="en-US" dirty="0"/>
              <a:t>Click to add text</a:t>
            </a:r>
          </a:p>
        </p:txBody>
      </p:sp>
      <p:sp>
        <p:nvSpPr>
          <p:cNvPr id="8" name="Content Placeholder 7">
            <a:extLst>
              <a:ext uri="{FF2B5EF4-FFF2-40B4-BE49-F238E27FC236}">
                <a16:creationId xmlns:a16="http://schemas.microsoft.com/office/drawing/2014/main" id="{BF40E849-7663-4A75-9BC8-012C23AC44DF}"/>
              </a:ext>
            </a:extLst>
          </p:cNvPr>
          <p:cNvSpPr>
            <a:spLocks noGrp="1"/>
          </p:cNvSpPr>
          <p:nvPr>
            <p:ph sz="quarter" idx="14" hasCustomPrompt="1"/>
          </p:nvPr>
        </p:nvSpPr>
        <p:spPr>
          <a:xfrm>
            <a:off x="457200" y="5343525"/>
            <a:ext cx="8229600" cy="533400"/>
          </a:xfrm>
        </p:spPr>
        <p:txBody>
          <a:bodyPr/>
          <a:lstStyle>
            <a:lvl1pPr>
              <a:defRPr/>
            </a:lvl1pPr>
          </a:lstStyle>
          <a:p>
            <a:pPr lvl="0"/>
            <a:r>
              <a:rPr lang="en-US" dirty="0"/>
              <a:t>Caption</a:t>
            </a:r>
          </a:p>
        </p:txBody>
      </p:sp>
      <p:sp>
        <p:nvSpPr>
          <p:cNvPr id="3" name="Date Placeholder 2">
            <a:extLst>
              <a:ext uri="{FF2B5EF4-FFF2-40B4-BE49-F238E27FC236}">
                <a16:creationId xmlns:a16="http://schemas.microsoft.com/office/drawing/2014/main" id="{A50D4E5D-00F7-4DC6-9BB0-713B8A0DA354}"/>
              </a:ext>
            </a:extLst>
          </p:cNvPr>
          <p:cNvSpPr>
            <a:spLocks noGrp="1"/>
          </p:cNvSpPr>
          <p:nvPr>
            <p:ph type="dt" idx="10"/>
          </p:nvPr>
        </p:nvSpPr>
        <p:spPr/>
        <p:txBody>
          <a:bodyPr/>
          <a:lstStyle/>
          <a:p>
            <a:endParaRPr lang="en-US" dirty="0"/>
          </a:p>
        </p:txBody>
      </p:sp>
      <p:sp>
        <p:nvSpPr>
          <p:cNvPr id="4" name="Slide Number Placeholder 3">
            <a:extLst>
              <a:ext uri="{FF2B5EF4-FFF2-40B4-BE49-F238E27FC236}">
                <a16:creationId xmlns:a16="http://schemas.microsoft.com/office/drawing/2014/main" id="{18AF4094-2296-458C-908A-D778D0DF5AFA}"/>
              </a:ext>
            </a:extLst>
          </p:cNvPr>
          <p:cNvSpPr>
            <a:spLocks noGrp="1"/>
          </p:cNvSpPr>
          <p:nvPr>
            <p:ph type="sldNum" idx="11"/>
          </p:nvPr>
        </p:nvSpPr>
        <p:spPr/>
        <p:txBody>
          <a:bodyPr/>
          <a:lstStyle/>
          <a:p>
            <a:pPr marL="0" marR="0" lvl="0" indent="0" algn="r" rtl="0">
              <a:spcBef>
                <a:spcPts val="0"/>
              </a:spcBef>
              <a:buSzPct val="25000"/>
              <a:buNone/>
            </a:pPr>
            <a:fld id="{00000000-1234-1234-1234-123412341234}" type="slidenum">
              <a:rPr lang="en-US" sz="900" b="0" i="0" u="none" strike="noStrike" cap="none" smtClean="0">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1660428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abel Layout 1">
    <p:spTree>
      <p:nvGrpSpPr>
        <p:cNvPr id="1" name=""/>
        <p:cNvGrpSpPr/>
        <p:nvPr/>
      </p:nvGrpSpPr>
      <p:grpSpPr>
        <a:xfrm>
          <a:off x="0" y="0"/>
          <a:ext cx="0" cy="0"/>
          <a:chOff x="0" y="0"/>
          <a:chExt cx="0" cy="0"/>
        </a:xfrm>
      </p:grpSpPr>
      <p:sp>
        <p:nvSpPr>
          <p:cNvPr id="2" name="Title Placeholder">
            <a:extLst>
              <a:ext uri="{FF2B5EF4-FFF2-40B4-BE49-F238E27FC236}">
                <a16:creationId xmlns:a16="http://schemas.microsoft.com/office/drawing/2014/main" id="{065091D3-E16C-46AB-9A90-0F52CA812534}"/>
              </a:ext>
            </a:extLst>
          </p:cNvPr>
          <p:cNvSpPr>
            <a:spLocks noGrp="1"/>
          </p:cNvSpPr>
          <p:nvPr>
            <p:ph type="title" hasCustomPrompt="1"/>
          </p:nvPr>
        </p:nvSpPr>
        <p:spPr/>
        <p:txBody>
          <a:bodyPr/>
          <a:lstStyle>
            <a:lvl1pPr>
              <a:defRPr sz="3600">
                <a:latin typeface="+mj-lt"/>
              </a:defRPr>
            </a:lvl1pPr>
          </a:lstStyle>
          <a:p>
            <a:r>
              <a:rPr lang="en-US" dirty="0"/>
              <a:t>Click to add title</a:t>
            </a:r>
          </a:p>
        </p:txBody>
      </p:sp>
      <p:sp>
        <p:nvSpPr>
          <p:cNvPr id="7" name="Image title">
            <a:extLst>
              <a:ext uri="{FF2B5EF4-FFF2-40B4-BE49-F238E27FC236}">
                <a16:creationId xmlns:a16="http://schemas.microsoft.com/office/drawing/2014/main" id="{CB345607-C53C-44AF-8929-3BDC4C617AB6}"/>
              </a:ext>
            </a:extLst>
          </p:cNvPr>
          <p:cNvSpPr>
            <a:spLocks noGrp="1"/>
          </p:cNvSpPr>
          <p:nvPr>
            <p:ph type="body" sz="quarter" idx="13" hasCustomPrompt="1"/>
          </p:nvPr>
        </p:nvSpPr>
        <p:spPr>
          <a:xfrm>
            <a:off x="2982913" y="4359275"/>
            <a:ext cx="3482975" cy="600075"/>
          </a:xfrm>
        </p:spPr>
        <p:txBody>
          <a:bodyPr/>
          <a:lstStyle>
            <a:lvl1pPr marL="101600" indent="0">
              <a:buNone/>
              <a:defRPr/>
            </a:lvl1pPr>
          </a:lstStyle>
          <a:p>
            <a:pPr lvl="0"/>
            <a:r>
              <a:rPr lang="en-US" dirty="0"/>
              <a:t>Image title</a:t>
            </a:r>
          </a:p>
        </p:txBody>
      </p:sp>
      <p:sp>
        <p:nvSpPr>
          <p:cNvPr id="9" name="Image">
            <a:extLst>
              <a:ext uri="{FF2B5EF4-FFF2-40B4-BE49-F238E27FC236}">
                <a16:creationId xmlns:a16="http://schemas.microsoft.com/office/drawing/2014/main" id="{C2661E64-2E71-47E6-A5A0-AC5348C08F51}"/>
              </a:ext>
            </a:extLst>
          </p:cNvPr>
          <p:cNvSpPr>
            <a:spLocks noGrp="1"/>
          </p:cNvSpPr>
          <p:nvPr>
            <p:ph type="pic" sz="quarter" idx="14" hasCustomPrompt="1"/>
          </p:nvPr>
        </p:nvSpPr>
        <p:spPr>
          <a:xfrm>
            <a:off x="2982912" y="1681163"/>
            <a:ext cx="3482975" cy="2559050"/>
          </a:xfrm>
        </p:spPr>
        <p:txBody>
          <a:bodyPr/>
          <a:lstStyle>
            <a:lvl1pPr marL="101600" indent="0">
              <a:buNone/>
              <a:defRPr/>
            </a:lvl1pPr>
          </a:lstStyle>
          <a:p>
            <a:r>
              <a:rPr lang="en-US" dirty="0"/>
              <a:t>Image</a:t>
            </a:r>
          </a:p>
        </p:txBody>
      </p:sp>
      <p:sp>
        <p:nvSpPr>
          <p:cNvPr id="11" name="Label 1">
            <a:extLst>
              <a:ext uri="{FF2B5EF4-FFF2-40B4-BE49-F238E27FC236}">
                <a16:creationId xmlns:a16="http://schemas.microsoft.com/office/drawing/2014/main" id="{3D0F2ED9-E212-40DC-A528-BE4A28DE88FD}"/>
              </a:ext>
            </a:extLst>
          </p:cNvPr>
          <p:cNvSpPr>
            <a:spLocks noGrp="1"/>
          </p:cNvSpPr>
          <p:nvPr>
            <p:ph type="body" sz="quarter" idx="15" hasCustomPrompt="1"/>
          </p:nvPr>
        </p:nvSpPr>
        <p:spPr>
          <a:xfrm>
            <a:off x="808109" y="1681163"/>
            <a:ext cx="1220716" cy="627062"/>
          </a:xfrm>
        </p:spPr>
        <p:txBody>
          <a:bodyPr/>
          <a:lstStyle>
            <a:lvl1pPr marL="101600" indent="0">
              <a:buNone/>
              <a:defRPr/>
            </a:lvl1pPr>
          </a:lstStyle>
          <a:p>
            <a:pPr lvl="0"/>
            <a:r>
              <a:rPr lang="en-US" dirty="0"/>
              <a:t>Label 1</a:t>
            </a:r>
          </a:p>
        </p:txBody>
      </p:sp>
      <p:sp>
        <p:nvSpPr>
          <p:cNvPr id="13" name="Label 2">
            <a:extLst>
              <a:ext uri="{FF2B5EF4-FFF2-40B4-BE49-F238E27FC236}">
                <a16:creationId xmlns:a16="http://schemas.microsoft.com/office/drawing/2014/main" id="{E8D9AEEF-5E99-48D4-B8C3-C5A995764DCA}"/>
              </a:ext>
            </a:extLst>
          </p:cNvPr>
          <p:cNvSpPr>
            <a:spLocks noGrp="1"/>
          </p:cNvSpPr>
          <p:nvPr>
            <p:ph type="body" sz="quarter" idx="16" hasCustomPrompt="1"/>
          </p:nvPr>
        </p:nvSpPr>
        <p:spPr>
          <a:xfrm>
            <a:off x="808109" y="2647157"/>
            <a:ext cx="1206500" cy="627062"/>
          </a:xfrm>
        </p:spPr>
        <p:txBody>
          <a:bodyPr/>
          <a:lstStyle>
            <a:lvl1pPr marL="101600" indent="0">
              <a:buNone/>
              <a:defRPr/>
            </a:lvl1pPr>
          </a:lstStyle>
          <a:p>
            <a:pPr lvl="0"/>
            <a:r>
              <a:rPr lang="en-US" dirty="0"/>
              <a:t>Label 2</a:t>
            </a:r>
          </a:p>
        </p:txBody>
      </p:sp>
      <p:sp>
        <p:nvSpPr>
          <p:cNvPr id="15" name="Label 3">
            <a:extLst>
              <a:ext uri="{FF2B5EF4-FFF2-40B4-BE49-F238E27FC236}">
                <a16:creationId xmlns:a16="http://schemas.microsoft.com/office/drawing/2014/main" id="{99D329CE-18C4-40A9-A508-1684979AC205}"/>
              </a:ext>
            </a:extLst>
          </p:cNvPr>
          <p:cNvSpPr>
            <a:spLocks noGrp="1"/>
          </p:cNvSpPr>
          <p:nvPr>
            <p:ph type="body" sz="quarter" idx="17" hasCustomPrompt="1"/>
          </p:nvPr>
        </p:nvSpPr>
        <p:spPr>
          <a:xfrm>
            <a:off x="808109" y="3613151"/>
            <a:ext cx="1206500" cy="627062"/>
          </a:xfrm>
        </p:spPr>
        <p:txBody>
          <a:bodyPr/>
          <a:lstStyle>
            <a:lvl1pPr marL="101600" indent="0">
              <a:buNone/>
              <a:defRPr/>
            </a:lvl1pPr>
          </a:lstStyle>
          <a:p>
            <a:pPr lvl="0"/>
            <a:r>
              <a:rPr lang="en-US" dirty="0"/>
              <a:t>Label 3</a:t>
            </a:r>
          </a:p>
        </p:txBody>
      </p:sp>
      <p:sp>
        <p:nvSpPr>
          <p:cNvPr id="17" name="Label 4">
            <a:extLst>
              <a:ext uri="{FF2B5EF4-FFF2-40B4-BE49-F238E27FC236}">
                <a16:creationId xmlns:a16="http://schemas.microsoft.com/office/drawing/2014/main" id="{AAE735D1-F9F4-4525-9ED5-F10A99DECCB8}"/>
              </a:ext>
            </a:extLst>
          </p:cNvPr>
          <p:cNvSpPr>
            <a:spLocks noGrp="1"/>
          </p:cNvSpPr>
          <p:nvPr>
            <p:ph type="body" sz="quarter" idx="18" hasCustomPrompt="1"/>
          </p:nvPr>
        </p:nvSpPr>
        <p:spPr>
          <a:xfrm>
            <a:off x="7381874" y="1681163"/>
            <a:ext cx="1304925" cy="627062"/>
          </a:xfrm>
        </p:spPr>
        <p:txBody>
          <a:bodyPr/>
          <a:lstStyle>
            <a:lvl1pPr marL="101600" indent="0">
              <a:buNone/>
              <a:defRPr/>
            </a:lvl1pPr>
          </a:lstStyle>
          <a:p>
            <a:pPr lvl="0"/>
            <a:r>
              <a:rPr lang="en-US" dirty="0"/>
              <a:t>Label 4</a:t>
            </a:r>
          </a:p>
        </p:txBody>
      </p:sp>
      <p:sp>
        <p:nvSpPr>
          <p:cNvPr id="19" name="Label 5">
            <a:extLst>
              <a:ext uri="{FF2B5EF4-FFF2-40B4-BE49-F238E27FC236}">
                <a16:creationId xmlns:a16="http://schemas.microsoft.com/office/drawing/2014/main" id="{43259E0C-9247-446E-9183-FBF70F8FD41C}"/>
              </a:ext>
            </a:extLst>
          </p:cNvPr>
          <p:cNvSpPr>
            <a:spLocks noGrp="1"/>
          </p:cNvSpPr>
          <p:nvPr>
            <p:ph type="body" sz="quarter" idx="19" hasCustomPrompt="1"/>
          </p:nvPr>
        </p:nvSpPr>
        <p:spPr>
          <a:xfrm>
            <a:off x="7381874" y="2651590"/>
            <a:ext cx="1304925" cy="618196"/>
          </a:xfrm>
        </p:spPr>
        <p:txBody>
          <a:bodyPr/>
          <a:lstStyle>
            <a:lvl1pPr marL="101600" indent="0">
              <a:buNone/>
              <a:defRPr/>
            </a:lvl1pPr>
          </a:lstStyle>
          <a:p>
            <a:pPr lvl="0"/>
            <a:r>
              <a:rPr lang="en-US" dirty="0"/>
              <a:t>Label 5</a:t>
            </a:r>
          </a:p>
        </p:txBody>
      </p:sp>
      <p:sp>
        <p:nvSpPr>
          <p:cNvPr id="21" name="Label 6">
            <a:extLst>
              <a:ext uri="{FF2B5EF4-FFF2-40B4-BE49-F238E27FC236}">
                <a16:creationId xmlns:a16="http://schemas.microsoft.com/office/drawing/2014/main" id="{111F58DF-A1C1-4DD6-ADE5-FC54A39F6757}"/>
              </a:ext>
            </a:extLst>
          </p:cNvPr>
          <p:cNvSpPr>
            <a:spLocks noGrp="1"/>
          </p:cNvSpPr>
          <p:nvPr>
            <p:ph type="body" sz="quarter" idx="20" hasCustomPrompt="1"/>
          </p:nvPr>
        </p:nvSpPr>
        <p:spPr>
          <a:xfrm>
            <a:off x="7381874" y="3613151"/>
            <a:ext cx="1304925" cy="627063"/>
          </a:xfrm>
        </p:spPr>
        <p:txBody>
          <a:bodyPr/>
          <a:lstStyle>
            <a:lvl1pPr marL="101600" indent="0">
              <a:buNone/>
              <a:defRPr/>
            </a:lvl1pPr>
          </a:lstStyle>
          <a:p>
            <a:pPr lvl="0"/>
            <a:r>
              <a:rPr lang="en-US" dirty="0"/>
              <a:t>Label 6</a:t>
            </a:r>
          </a:p>
        </p:txBody>
      </p:sp>
      <p:sp>
        <p:nvSpPr>
          <p:cNvPr id="3" name="Date Placeholder 2">
            <a:extLst>
              <a:ext uri="{FF2B5EF4-FFF2-40B4-BE49-F238E27FC236}">
                <a16:creationId xmlns:a16="http://schemas.microsoft.com/office/drawing/2014/main" id="{D0CEC9E9-2CDA-42DF-A6E1-55B455A7E67B}"/>
              </a:ext>
            </a:extLst>
          </p:cNvPr>
          <p:cNvSpPr>
            <a:spLocks noGrp="1"/>
          </p:cNvSpPr>
          <p:nvPr>
            <p:ph type="dt" idx="10"/>
          </p:nvPr>
        </p:nvSpPr>
        <p:spPr/>
        <p:txBody>
          <a:bodyPr/>
          <a:lstStyle/>
          <a:p>
            <a:endParaRPr lang="en-US"/>
          </a:p>
        </p:txBody>
      </p:sp>
      <p:sp>
        <p:nvSpPr>
          <p:cNvPr id="4" name="Slide Number Placeholder 3">
            <a:extLst>
              <a:ext uri="{FF2B5EF4-FFF2-40B4-BE49-F238E27FC236}">
                <a16:creationId xmlns:a16="http://schemas.microsoft.com/office/drawing/2014/main" id="{5429F10E-ACBA-4EA4-B23A-AC32FC5A681B}"/>
              </a:ext>
            </a:extLst>
          </p:cNvPr>
          <p:cNvSpPr>
            <a:spLocks noGrp="1"/>
          </p:cNvSpPr>
          <p:nvPr>
            <p:ph type="sldNum" idx="11"/>
          </p:nvPr>
        </p:nvSpPr>
        <p:spPr/>
        <p:txBody>
          <a:bodyPr/>
          <a:lstStyle/>
          <a:p>
            <a:pPr marL="0" marR="0" lvl="0" indent="0" algn="r" rtl="0">
              <a:spcBef>
                <a:spcPts val="0"/>
              </a:spcBef>
              <a:buSzPct val="25000"/>
              <a:buNone/>
            </a:pPr>
            <a:fld id="{00000000-1234-1234-1234-123412341234}" type="slidenum">
              <a:rPr lang="en-US" sz="900" b="0" i="0" u="none" strike="noStrike" cap="none" smtClean="0">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20278991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abel Layout 2">
    <p:spTree>
      <p:nvGrpSpPr>
        <p:cNvPr id="1" name=""/>
        <p:cNvGrpSpPr/>
        <p:nvPr/>
      </p:nvGrpSpPr>
      <p:grpSpPr>
        <a:xfrm>
          <a:off x="0" y="0"/>
          <a:ext cx="0" cy="0"/>
          <a:chOff x="0" y="0"/>
          <a:chExt cx="0" cy="0"/>
        </a:xfrm>
      </p:grpSpPr>
      <p:sp>
        <p:nvSpPr>
          <p:cNvPr id="2" name="Title Placeholder">
            <a:extLst>
              <a:ext uri="{FF2B5EF4-FFF2-40B4-BE49-F238E27FC236}">
                <a16:creationId xmlns:a16="http://schemas.microsoft.com/office/drawing/2014/main" id="{5AF36A59-5DE4-46F3-8035-460E546D5673}"/>
              </a:ext>
            </a:extLst>
          </p:cNvPr>
          <p:cNvSpPr>
            <a:spLocks noGrp="1"/>
          </p:cNvSpPr>
          <p:nvPr>
            <p:ph type="title"/>
          </p:nvPr>
        </p:nvSpPr>
        <p:spPr/>
        <p:txBody>
          <a:bodyPr/>
          <a:lstStyle>
            <a:lvl1pPr>
              <a:defRPr sz="3600">
                <a:latin typeface="+mj-lt"/>
              </a:defRPr>
            </a:lvl1pPr>
          </a:lstStyle>
          <a:p>
            <a:r>
              <a:rPr lang="en-US" dirty="0"/>
              <a:t>Click to edit Master title style</a:t>
            </a:r>
          </a:p>
        </p:txBody>
      </p:sp>
      <p:sp>
        <p:nvSpPr>
          <p:cNvPr id="7" name="Image 1 title">
            <a:extLst>
              <a:ext uri="{FF2B5EF4-FFF2-40B4-BE49-F238E27FC236}">
                <a16:creationId xmlns:a16="http://schemas.microsoft.com/office/drawing/2014/main" id="{2BEC12FB-EC67-436F-875F-0A306862EF78}"/>
              </a:ext>
            </a:extLst>
          </p:cNvPr>
          <p:cNvSpPr>
            <a:spLocks noGrp="1"/>
          </p:cNvSpPr>
          <p:nvPr>
            <p:ph type="body" sz="quarter" idx="13" hasCustomPrompt="1"/>
          </p:nvPr>
        </p:nvSpPr>
        <p:spPr>
          <a:xfrm>
            <a:off x="457201" y="4392613"/>
            <a:ext cx="2107323" cy="504825"/>
          </a:xfrm>
        </p:spPr>
        <p:txBody>
          <a:bodyPr/>
          <a:lstStyle>
            <a:lvl1pPr marL="101600" indent="0">
              <a:buNone/>
              <a:defRPr/>
            </a:lvl1pPr>
          </a:lstStyle>
          <a:p>
            <a:pPr lvl="0"/>
            <a:r>
              <a:rPr lang="en-US" dirty="0"/>
              <a:t>Image 1 title</a:t>
            </a:r>
          </a:p>
        </p:txBody>
      </p:sp>
      <p:sp>
        <p:nvSpPr>
          <p:cNvPr id="9" name="Image 1">
            <a:extLst>
              <a:ext uri="{FF2B5EF4-FFF2-40B4-BE49-F238E27FC236}">
                <a16:creationId xmlns:a16="http://schemas.microsoft.com/office/drawing/2014/main" id="{1E9C9C32-F8ED-4AA8-AA00-26A2357E73E9}"/>
              </a:ext>
            </a:extLst>
          </p:cNvPr>
          <p:cNvSpPr>
            <a:spLocks noGrp="1"/>
          </p:cNvSpPr>
          <p:nvPr>
            <p:ph type="pic" sz="quarter" idx="14" hasCustomPrompt="1"/>
          </p:nvPr>
        </p:nvSpPr>
        <p:spPr>
          <a:xfrm>
            <a:off x="457200" y="1817688"/>
            <a:ext cx="2107324" cy="2386012"/>
          </a:xfrm>
        </p:spPr>
        <p:txBody>
          <a:bodyPr/>
          <a:lstStyle>
            <a:lvl1pPr marL="101600" indent="0">
              <a:buNone/>
              <a:defRPr/>
            </a:lvl1pPr>
          </a:lstStyle>
          <a:p>
            <a:r>
              <a:rPr lang="en-US" dirty="0"/>
              <a:t>Image 1</a:t>
            </a:r>
          </a:p>
        </p:txBody>
      </p:sp>
      <p:sp>
        <p:nvSpPr>
          <p:cNvPr id="11" name="Label 1.1">
            <a:extLst>
              <a:ext uri="{FF2B5EF4-FFF2-40B4-BE49-F238E27FC236}">
                <a16:creationId xmlns:a16="http://schemas.microsoft.com/office/drawing/2014/main" id="{BD50A136-2F5A-4764-ADDC-D48D703981CC}"/>
              </a:ext>
            </a:extLst>
          </p:cNvPr>
          <p:cNvSpPr>
            <a:spLocks noGrp="1"/>
          </p:cNvSpPr>
          <p:nvPr>
            <p:ph type="body" sz="quarter" idx="15" hasCustomPrompt="1"/>
          </p:nvPr>
        </p:nvSpPr>
        <p:spPr>
          <a:xfrm>
            <a:off x="2774622" y="1794947"/>
            <a:ext cx="1534619" cy="591855"/>
          </a:xfrm>
        </p:spPr>
        <p:txBody>
          <a:bodyPr/>
          <a:lstStyle>
            <a:lvl1pPr marL="101600" indent="0">
              <a:buNone/>
              <a:defRPr/>
            </a:lvl1pPr>
          </a:lstStyle>
          <a:p>
            <a:pPr lvl="0"/>
            <a:r>
              <a:rPr lang="en-US" dirty="0"/>
              <a:t>Label 1.1</a:t>
            </a:r>
          </a:p>
        </p:txBody>
      </p:sp>
      <p:sp>
        <p:nvSpPr>
          <p:cNvPr id="13" name="Label 1.2">
            <a:extLst>
              <a:ext uri="{FF2B5EF4-FFF2-40B4-BE49-F238E27FC236}">
                <a16:creationId xmlns:a16="http://schemas.microsoft.com/office/drawing/2014/main" id="{16926224-3F90-4884-9AC1-A5381D78801B}"/>
              </a:ext>
            </a:extLst>
          </p:cNvPr>
          <p:cNvSpPr>
            <a:spLocks noGrp="1"/>
          </p:cNvSpPr>
          <p:nvPr>
            <p:ph type="body" sz="quarter" idx="16" hasCustomPrompt="1"/>
          </p:nvPr>
        </p:nvSpPr>
        <p:spPr>
          <a:xfrm>
            <a:off x="2774622" y="2707481"/>
            <a:ext cx="1534619" cy="606425"/>
          </a:xfrm>
        </p:spPr>
        <p:txBody>
          <a:bodyPr/>
          <a:lstStyle>
            <a:lvl1pPr marL="101600" indent="0">
              <a:buNone/>
              <a:defRPr/>
            </a:lvl1pPr>
          </a:lstStyle>
          <a:p>
            <a:pPr lvl="0"/>
            <a:r>
              <a:rPr lang="en-US" dirty="0"/>
              <a:t>Label 1.2</a:t>
            </a:r>
          </a:p>
        </p:txBody>
      </p:sp>
      <p:sp>
        <p:nvSpPr>
          <p:cNvPr id="15" name="Label 1.3">
            <a:extLst>
              <a:ext uri="{FF2B5EF4-FFF2-40B4-BE49-F238E27FC236}">
                <a16:creationId xmlns:a16="http://schemas.microsoft.com/office/drawing/2014/main" id="{D4719473-9C3F-493C-B20E-27CDBBA38B68}"/>
              </a:ext>
            </a:extLst>
          </p:cNvPr>
          <p:cNvSpPr>
            <a:spLocks noGrp="1"/>
          </p:cNvSpPr>
          <p:nvPr>
            <p:ph type="body" sz="quarter" idx="17" hasCustomPrompt="1"/>
          </p:nvPr>
        </p:nvSpPr>
        <p:spPr>
          <a:xfrm>
            <a:off x="2774622" y="3597275"/>
            <a:ext cx="1534619" cy="606425"/>
          </a:xfrm>
        </p:spPr>
        <p:txBody>
          <a:bodyPr/>
          <a:lstStyle>
            <a:lvl1pPr marL="101600" indent="0">
              <a:buNone/>
              <a:defRPr/>
            </a:lvl1pPr>
          </a:lstStyle>
          <a:p>
            <a:pPr lvl="0"/>
            <a:r>
              <a:rPr lang="en-US" dirty="0"/>
              <a:t>Label 1.3</a:t>
            </a:r>
          </a:p>
        </p:txBody>
      </p:sp>
      <p:sp>
        <p:nvSpPr>
          <p:cNvPr id="17" name="Image 2 title">
            <a:extLst>
              <a:ext uri="{FF2B5EF4-FFF2-40B4-BE49-F238E27FC236}">
                <a16:creationId xmlns:a16="http://schemas.microsoft.com/office/drawing/2014/main" id="{DC526974-AF8C-4228-AAAA-33D0B8AB71C7}"/>
              </a:ext>
            </a:extLst>
          </p:cNvPr>
          <p:cNvSpPr>
            <a:spLocks noGrp="1"/>
          </p:cNvSpPr>
          <p:nvPr>
            <p:ph type="body" sz="quarter" idx="18" hasCustomPrompt="1"/>
          </p:nvPr>
        </p:nvSpPr>
        <p:spPr>
          <a:xfrm>
            <a:off x="4931596" y="4347439"/>
            <a:ext cx="2107323" cy="504825"/>
          </a:xfrm>
        </p:spPr>
        <p:txBody>
          <a:bodyPr/>
          <a:lstStyle>
            <a:lvl1pPr marL="101600" indent="0">
              <a:buNone/>
              <a:defRPr/>
            </a:lvl1pPr>
          </a:lstStyle>
          <a:p>
            <a:pPr lvl="0"/>
            <a:r>
              <a:rPr lang="en-US" dirty="0"/>
              <a:t>Image 2 title</a:t>
            </a:r>
          </a:p>
        </p:txBody>
      </p:sp>
      <p:sp>
        <p:nvSpPr>
          <p:cNvPr id="19" name="Image 2">
            <a:extLst>
              <a:ext uri="{FF2B5EF4-FFF2-40B4-BE49-F238E27FC236}">
                <a16:creationId xmlns:a16="http://schemas.microsoft.com/office/drawing/2014/main" id="{812D2BB4-4991-47F8-9E82-9C9B41B052FB}"/>
              </a:ext>
            </a:extLst>
          </p:cNvPr>
          <p:cNvSpPr>
            <a:spLocks noGrp="1"/>
          </p:cNvSpPr>
          <p:nvPr>
            <p:ph type="pic" sz="quarter" idx="19" hasCustomPrompt="1"/>
          </p:nvPr>
        </p:nvSpPr>
        <p:spPr>
          <a:xfrm>
            <a:off x="4931596" y="1806537"/>
            <a:ext cx="2107323" cy="2397164"/>
          </a:xfrm>
        </p:spPr>
        <p:txBody>
          <a:bodyPr/>
          <a:lstStyle>
            <a:lvl1pPr marL="101600" indent="0">
              <a:buNone/>
              <a:defRPr/>
            </a:lvl1pPr>
          </a:lstStyle>
          <a:p>
            <a:r>
              <a:rPr lang="en-US" dirty="0"/>
              <a:t>Image 2</a:t>
            </a:r>
          </a:p>
        </p:txBody>
      </p:sp>
      <p:sp>
        <p:nvSpPr>
          <p:cNvPr id="21" name="Label 2.1">
            <a:extLst>
              <a:ext uri="{FF2B5EF4-FFF2-40B4-BE49-F238E27FC236}">
                <a16:creationId xmlns:a16="http://schemas.microsoft.com/office/drawing/2014/main" id="{15D9E78D-62D4-4D7C-8E37-E1A000DA23A2}"/>
              </a:ext>
            </a:extLst>
          </p:cNvPr>
          <p:cNvSpPr>
            <a:spLocks noGrp="1"/>
          </p:cNvSpPr>
          <p:nvPr>
            <p:ph type="body" sz="quarter" idx="20" hasCustomPrompt="1"/>
          </p:nvPr>
        </p:nvSpPr>
        <p:spPr>
          <a:xfrm>
            <a:off x="7304580" y="1794947"/>
            <a:ext cx="1534619" cy="608524"/>
          </a:xfrm>
        </p:spPr>
        <p:txBody>
          <a:bodyPr/>
          <a:lstStyle>
            <a:lvl1pPr marL="101600" indent="0">
              <a:buNone/>
              <a:defRPr/>
            </a:lvl1pPr>
          </a:lstStyle>
          <a:p>
            <a:pPr lvl="0"/>
            <a:r>
              <a:rPr lang="en-US" dirty="0"/>
              <a:t>Label 2.1</a:t>
            </a:r>
          </a:p>
        </p:txBody>
      </p:sp>
      <p:sp>
        <p:nvSpPr>
          <p:cNvPr id="23" name="Label 2.2">
            <a:extLst>
              <a:ext uri="{FF2B5EF4-FFF2-40B4-BE49-F238E27FC236}">
                <a16:creationId xmlns:a16="http://schemas.microsoft.com/office/drawing/2014/main" id="{0ECEA5DA-0702-46DA-A4DD-66B7E7FF424B}"/>
              </a:ext>
            </a:extLst>
          </p:cNvPr>
          <p:cNvSpPr>
            <a:spLocks noGrp="1"/>
          </p:cNvSpPr>
          <p:nvPr>
            <p:ph type="body" sz="quarter" idx="21" hasCustomPrompt="1"/>
          </p:nvPr>
        </p:nvSpPr>
        <p:spPr>
          <a:xfrm>
            <a:off x="7304579" y="2707481"/>
            <a:ext cx="1534619" cy="608524"/>
          </a:xfrm>
        </p:spPr>
        <p:txBody>
          <a:bodyPr/>
          <a:lstStyle>
            <a:lvl1pPr marL="101600" indent="0">
              <a:buNone/>
              <a:defRPr/>
            </a:lvl1pPr>
          </a:lstStyle>
          <a:p>
            <a:pPr lvl="0"/>
            <a:r>
              <a:rPr lang="en-US" dirty="0"/>
              <a:t>Label 2.2</a:t>
            </a:r>
          </a:p>
        </p:txBody>
      </p:sp>
      <p:sp>
        <p:nvSpPr>
          <p:cNvPr id="25" name="Label 2.3">
            <a:extLst>
              <a:ext uri="{FF2B5EF4-FFF2-40B4-BE49-F238E27FC236}">
                <a16:creationId xmlns:a16="http://schemas.microsoft.com/office/drawing/2014/main" id="{64C63D68-E200-46DF-8E34-92DC66FE879B}"/>
              </a:ext>
            </a:extLst>
          </p:cNvPr>
          <p:cNvSpPr>
            <a:spLocks noGrp="1"/>
          </p:cNvSpPr>
          <p:nvPr>
            <p:ph type="body" sz="quarter" idx="22" hasCustomPrompt="1"/>
          </p:nvPr>
        </p:nvSpPr>
        <p:spPr>
          <a:xfrm>
            <a:off x="7304579" y="3579818"/>
            <a:ext cx="1534620" cy="608524"/>
          </a:xfrm>
        </p:spPr>
        <p:txBody>
          <a:bodyPr/>
          <a:lstStyle>
            <a:lvl1pPr marL="101600" indent="0">
              <a:buNone/>
              <a:defRPr/>
            </a:lvl1pPr>
          </a:lstStyle>
          <a:p>
            <a:pPr lvl="0"/>
            <a:r>
              <a:rPr lang="en-US" dirty="0"/>
              <a:t>Label 2.3</a:t>
            </a:r>
          </a:p>
        </p:txBody>
      </p:sp>
      <p:sp>
        <p:nvSpPr>
          <p:cNvPr id="3" name="Date Placeholder 2">
            <a:extLst>
              <a:ext uri="{FF2B5EF4-FFF2-40B4-BE49-F238E27FC236}">
                <a16:creationId xmlns:a16="http://schemas.microsoft.com/office/drawing/2014/main" id="{D8A4DA0A-BA94-4C4E-A521-FB23D113A856}"/>
              </a:ext>
            </a:extLst>
          </p:cNvPr>
          <p:cNvSpPr>
            <a:spLocks noGrp="1"/>
          </p:cNvSpPr>
          <p:nvPr>
            <p:ph type="dt" idx="10"/>
          </p:nvPr>
        </p:nvSpPr>
        <p:spPr/>
        <p:txBody>
          <a:bodyPr/>
          <a:lstStyle/>
          <a:p>
            <a:endParaRPr lang="en-US"/>
          </a:p>
        </p:txBody>
      </p:sp>
      <p:sp>
        <p:nvSpPr>
          <p:cNvPr id="4" name="Slide Number Placeholder 3">
            <a:extLst>
              <a:ext uri="{FF2B5EF4-FFF2-40B4-BE49-F238E27FC236}">
                <a16:creationId xmlns:a16="http://schemas.microsoft.com/office/drawing/2014/main" id="{44569933-5FC5-4C73-96ED-E1AC0FC867FE}"/>
              </a:ext>
            </a:extLst>
          </p:cNvPr>
          <p:cNvSpPr>
            <a:spLocks noGrp="1"/>
          </p:cNvSpPr>
          <p:nvPr>
            <p:ph type="sldNum" idx="11"/>
          </p:nvPr>
        </p:nvSpPr>
        <p:spPr/>
        <p:txBody>
          <a:bodyPr/>
          <a:lstStyle/>
          <a:p>
            <a:pPr marL="0" marR="0" lvl="0" indent="0" algn="r" rtl="0">
              <a:spcBef>
                <a:spcPts val="0"/>
              </a:spcBef>
              <a:buSzPct val="25000"/>
              <a:buNone/>
            </a:pPr>
            <a:fld id="{00000000-1234-1234-1234-123412341234}" type="slidenum">
              <a:rPr lang="en-US" sz="900" b="0" i="0" u="none" strike="noStrike" cap="none" smtClean="0">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6487214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Shape 68"/>
        <p:cNvGrpSpPr/>
        <p:nvPr/>
      </p:nvGrpSpPr>
      <p:grpSpPr>
        <a:xfrm>
          <a:off x="0" y="0"/>
          <a:ext cx="0" cy="0"/>
          <a:chOff x="0" y="0"/>
          <a:chExt cx="0" cy="0"/>
        </a:xfrm>
      </p:grpSpPr>
      <p:sp>
        <p:nvSpPr>
          <p:cNvPr id="69" name="Title Placeholder"/>
          <p:cNvSpPr txBox="1">
            <a:spLocks noGrp="1"/>
          </p:cNvSpPr>
          <p:nvPr>
            <p:ph type="title" hasCustomPrompt="1"/>
          </p:nvPr>
        </p:nvSpPr>
        <p:spPr>
          <a:xfrm>
            <a:off x="685800" y="1447800"/>
            <a:ext cx="7772400" cy="2152651"/>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r>
              <a:rPr lang="en-US" sz="3600" dirty="0">
                <a:latin typeface="+mj-lt"/>
              </a:rPr>
              <a:t>Click to add title	</a:t>
            </a:r>
            <a:endParaRPr dirty="0"/>
          </a:p>
        </p:txBody>
      </p:sp>
      <p:sp>
        <p:nvSpPr>
          <p:cNvPr id="70" name="Content Placeholder"/>
          <p:cNvSpPr txBox="1">
            <a:spLocks noGrp="1"/>
          </p:cNvSpPr>
          <p:nvPr>
            <p:ph type="body" idx="1"/>
          </p:nvPr>
        </p:nvSpPr>
        <p:spPr>
          <a:xfrm>
            <a:off x="674687" y="3962400"/>
            <a:ext cx="7794626" cy="1752600"/>
          </a:xfrm>
          <a:prstGeom prst="rect">
            <a:avLst/>
          </a:prstGeom>
          <a:noFill/>
          <a:ln>
            <a:noFill/>
          </a:ln>
        </p:spPr>
        <p:txBody>
          <a:bodyPr lIns="91425" tIns="91425" rIns="91425" bIns="91425" anchor="t" anchorCtr="0"/>
          <a:lstStyle>
            <a:lvl1pPr marL="0" marR="0" lvl="0" indent="0" algn="l" rtl="0">
              <a:spcBef>
                <a:spcPts val="0"/>
              </a:spcBef>
              <a:buClr>
                <a:srgbClr val="007FA3"/>
              </a:buClr>
              <a:buFont typeface="Arial"/>
              <a:buNone/>
              <a:defRPr sz="1600" b="0" i="0" u="none" strike="noStrike" cap="none">
                <a:solidFill>
                  <a:srgbClr val="007FA3"/>
                </a:solidFill>
                <a:latin typeface="Arial"/>
                <a:ea typeface="Arial"/>
                <a:cs typeface="Arial"/>
                <a:sym typeface="Arial"/>
              </a:defRPr>
            </a:lvl1pPr>
            <a:lvl2pPr marL="457200" marR="0" lvl="1" indent="0" algn="l" rtl="0">
              <a:spcBef>
                <a:spcPts val="600"/>
              </a:spcBef>
              <a:buClr>
                <a:srgbClr val="007FA3"/>
              </a:buClr>
              <a:buFont typeface="Arial"/>
              <a:buNone/>
              <a:defRPr sz="1800" b="0" i="0" u="none" strike="noStrike" cap="none">
                <a:solidFill>
                  <a:srgbClr val="888888"/>
                </a:solidFill>
                <a:latin typeface="Arial"/>
                <a:ea typeface="Arial"/>
                <a:cs typeface="Arial"/>
                <a:sym typeface="Arial"/>
              </a:defRPr>
            </a:lvl2pPr>
            <a:lvl3pPr marL="914400" marR="0" lvl="2" indent="0" algn="l" rtl="0">
              <a:spcBef>
                <a:spcPts val="600"/>
              </a:spcBef>
              <a:buClr>
                <a:srgbClr val="007FA3"/>
              </a:buClr>
              <a:buFont typeface="Arial"/>
              <a:buNone/>
              <a:defRPr sz="1600" b="0" i="0" u="none" strike="noStrike" cap="none">
                <a:solidFill>
                  <a:srgbClr val="888888"/>
                </a:solidFill>
                <a:latin typeface="Arial"/>
                <a:ea typeface="Arial"/>
                <a:cs typeface="Arial"/>
                <a:sym typeface="Arial"/>
              </a:defRPr>
            </a:lvl3pPr>
            <a:lvl4pPr marL="1371600" marR="0" lvl="3" indent="0" algn="l" rtl="0">
              <a:spcBef>
                <a:spcPts val="600"/>
              </a:spcBef>
              <a:buClr>
                <a:srgbClr val="007FA3"/>
              </a:buClr>
              <a:buFont typeface="Arial"/>
              <a:buNone/>
              <a:defRPr sz="1400" b="0" i="0" u="none" strike="noStrike" cap="none">
                <a:solidFill>
                  <a:srgbClr val="888888"/>
                </a:solidFill>
                <a:latin typeface="Arial"/>
                <a:ea typeface="Arial"/>
                <a:cs typeface="Arial"/>
                <a:sym typeface="Arial"/>
              </a:defRPr>
            </a:lvl4pPr>
            <a:lvl5pPr marL="1828800" marR="0" lvl="4" indent="0" algn="l" rtl="0">
              <a:spcBef>
                <a:spcPts val="600"/>
              </a:spcBef>
              <a:buClr>
                <a:srgbClr val="007FA3"/>
              </a:buClr>
              <a:buFont typeface="Arial"/>
              <a:buNone/>
              <a:defRPr sz="1400" b="0" i="0" u="none" strike="noStrike" cap="none">
                <a:solidFill>
                  <a:srgbClr val="888888"/>
                </a:solidFill>
                <a:latin typeface="Arial"/>
                <a:ea typeface="Arial"/>
                <a:cs typeface="Arial"/>
                <a:sym typeface="Arial"/>
              </a:defRPr>
            </a:lvl5pPr>
            <a:lvl6pPr marL="2286000" marR="0" lvl="5"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6pPr>
            <a:lvl7pPr marL="2743200" marR="0" lvl="6"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7pPr>
            <a:lvl8pPr marL="3200400" marR="0" lvl="7"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8pPr>
            <a:lvl9pPr marL="3657600" marR="0" lvl="8" indent="0" algn="l" rtl="0">
              <a:spcBef>
                <a:spcPts val="300"/>
              </a:spcBef>
              <a:buClr>
                <a:srgbClr val="007FA3"/>
              </a:buClr>
              <a:buFont typeface="Arial"/>
              <a:buNone/>
              <a:defRPr sz="1400" b="0" i="0" u="none" strike="noStrike" cap="none">
                <a:solidFill>
                  <a:srgbClr val="888888"/>
                </a:solidFill>
                <a:latin typeface="Arial"/>
                <a:ea typeface="Arial"/>
                <a:cs typeface="Arial"/>
                <a:sym typeface="Arial"/>
              </a:defRPr>
            </a:lvl9pPr>
          </a:lstStyle>
          <a:p>
            <a:endParaRPr dirty="0"/>
          </a:p>
        </p:txBody>
      </p:sp>
      <p:sp>
        <p:nvSpPr>
          <p:cNvPr id="72" name="Shape 72"/>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73" name="Shape 73"/>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Shape 24"/>
        <p:cNvGrpSpPr/>
        <p:nvPr/>
      </p:nvGrpSpPr>
      <p:grpSpPr>
        <a:xfrm>
          <a:off x="0" y="0"/>
          <a:ext cx="0" cy="0"/>
          <a:chOff x="0" y="0"/>
          <a:chExt cx="0" cy="0"/>
        </a:xfrm>
      </p:grpSpPr>
      <p:sp>
        <p:nvSpPr>
          <p:cNvPr id="25" name="Title Placeholder"/>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600" b="1" i="0" u="none" strike="noStrike" cap="none">
                <a:solidFill>
                  <a:srgbClr val="007FA3"/>
                </a:solidFill>
                <a:latin typeface="+mj-lt"/>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endParaRPr dirty="0"/>
          </a:p>
        </p:txBody>
      </p:sp>
      <p:sp>
        <p:nvSpPr>
          <p:cNvPr id="4" name="Content Placeholder 3">
            <a:extLst>
              <a:ext uri="{FF2B5EF4-FFF2-40B4-BE49-F238E27FC236}">
                <a16:creationId xmlns:a16="http://schemas.microsoft.com/office/drawing/2014/main" id="{00F45AE3-EB76-41DE-97B2-CFE79B73D3C6}"/>
              </a:ext>
            </a:extLst>
          </p:cNvPr>
          <p:cNvSpPr>
            <a:spLocks noGrp="1"/>
          </p:cNvSpPr>
          <p:nvPr>
            <p:ph sz="quarter" idx="13"/>
          </p:nvPr>
        </p:nvSpPr>
        <p:spPr>
          <a:xfrm>
            <a:off x="457201" y="1441449"/>
            <a:ext cx="4114800" cy="441941"/>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Shape 28"/>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29" name="Shape 29"/>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
        <p:nvSpPr>
          <p:cNvPr id="3" name="Content Placeholder 2">
            <a:extLst>
              <a:ext uri="{FF2B5EF4-FFF2-40B4-BE49-F238E27FC236}">
                <a16:creationId xmlns:a16="http://schemas.microsoft.com/office/drawing/2014/main" id="{4E01BEE0-C2D5-770C-E31C-0D5E757F86A5}"/>
              </a:ext>
            </a:extLst>
          </p:cNvPr>
          <p:cNvSpPr>
            <a:spLocks noGrp="1"/>
          </p:cNvSpPr>
          <p:nvPr>
            <p:ph sz="quarter" idx="14"/>
          </p:nvPr>
        </p:nvSpPr>
        <p:spPr>
          <a:xfrm>
            <a:off x="457200" y="2019300"/>
            <a:ext cx="4114800" cy="423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a:extLst>
              <a:ext uri="{FF2B5EF4-FFF2-40B4-BE49-F238E27FC236}">
                <a16:creationId xmlns:a16="http://schemas.microsoft.com/office/drawing/2014/main" id="{24AEEB02-6515-3A36-CD47-3A0060A4CAA0}"/>
              </a:ext>
            </a:extLst>
          </p:cNvPr>
          <p:cNvSpPr>
            <a:spLocks noGrp="1"/>
          </p:cNvSpPr>
          <p:nvPr>
            <p:ph sz="quarter" idx="15"/>
          </p:nvPr>
        </p:nvSpPr>
        <p:spPr>
          <a:xfrm>
            <a:off x="457200" y="2590800"/>
            <a:ext cx="4114800" cy="55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7">
            <a:extLst>
              <a:ext uri="{FF2B5EF4-FFF2-40B4-BE49-F238E27FC236}">
                <a16:creationId xmlns:a16="http://schemas.microsoft.com/office/drawing/2014/main" id="{BBE3B687-5760-D71A-5948-6139FFE26F6D}"/>
              </a:ext>
            </a:extLst>
          </p:cNvPr>
          <p:cNvSpPr>
            <a:spLocks noGrp="1"/>
          </p:cNvSpPr>
          <p:nvPr>
            <p:ph type="body" sz="quarter" idx="16"/>
          </p:nvPr>
        </p:nvSpPr>
        <p:spPr>
          <a:xfrm>
            <a:off x="457200" y="3297238"/>
            <a:ext cx="4114800" cy="55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E8CF2DBD-4C17-B9B5-8AF2-79B54F2D5CEB}"/>
              </a:ext>
            </a:extLst>
          </p:cNvPr>
          <p:cNvSpPr>
            <a:spLocks noGrp="1"/>
          </p:cNvSpPr>
          <p:nvPr>
            <p:ph sz="quarter" idx="17"/>
          </p:nvPr>
        </p:nvSpPr>
        <p:spPr>
          <a:xfrm>
            <a:off x="457200" y="4003675"/>
            <a:ext cx="4114800" cy="7191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11">
            <a:extLst>
              <a:ext uri="{FF2B5EF4-FFF2-40B4-BE49-F238E27FC236}">
                <a16:creationId xmlns:a16="http://schemas.microsoft.com/office/drawing/2014/main" id="{D8651AC3-B3FA-A3FC-F2EC-BEB3639D4472}"/>
              </a:ext>
            </a:extLst>
          </p:cNvPr>
          <p:cNvSpPr>
            <a:spLocks noGrp="1"/>
          </p:cNvSpPr>
          <p:nvPr>
            <p:ph sz="quarter" idx="18"/>
          </p:nvPr>
        </p:nvSpPr>
        <p:spPr>
          <a:xfrm>
            <a:off x="457200" y="4870450"/>
            <a:ext cx="4114800" cy="7191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13">
            <a:extLst>
              <a:ext uri="{FF2B5EF4-FFF2-40B4-BE49-F238E27FC236}">
                <a16:creationId xmlns:a16="http://schemas.microsoft.com/office/drawing/2014/main" id="{1030E7D0-8005-8C68-34F5-60A670A14767}"/>
              </a:ext>
            </a:extLst>
          </p:cNvPr>
          <p:cNvSpPr>
            <a:spLocks noGrp="1"/>
          </p:cNvSpPr>
          <p:nvPr>
            <p:ph sz="quarter" idx="19"/>
          </p:nvPr>
        </p:nvSpPr>
        <p:spPr>
          <a:xfrm>
            <a:off x="457200" y="5737225"/>
            <a:ext cx="4114800" cy="5810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747E61E0-9ECD-5FBD-6E2B-572D6705AC43}"/>
              </a:ext>
            </a:extLst>
          </p:cNvPr>
          <p:cNvSpPr>
            <a:spLocks noGrp="1"/>
          </p:cNvSpPr>
          <p:nvPr>
            <p:ph sz="quarter" idx="20"/>
          </p:nvPr>
        </p:nvSpPr>
        <p:spPr>
          <a:xfrm>
            <a:off x="4845050" y="2019300"/>
            <a:ext cx="2825750" cy="17335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9183082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theme" Target="../theme/theme2.xml"/><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slideLayout" Target="../slideLayouts/slideLayout14.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9"/>
        <p:cNvGrpSpPr/>
        <p:nvPr/>
      </p:nvGrpSpPr>
      <p:grpSpPr>
        <a:xfrm>
          <a:off x="0" y="0"/>
          <a:ext cx="0" cy="0"/>
          <a:chOff x="0" y="0"/>
          <a:chExt cx="0" cy="0"/>
        </a:xfrm>
      </p:grpSpPr>
      <p:sp>
        <p:nvSpPr>
          <p:cNvPr id="10" name="Shape 10"/>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r>
              <a:rPr lang="en-US" sz="3600" dirty="0">
                <a:latin typeface="+mj-lt"/>
              </a:rPr>
              <a:t>Click to add title</a:t>
            </a:r>
            <a:endParaRPr dirty="0"/>
          </a:p>
        </p:txBody>
      </p:sp>
      <p:sp>
        <p:nvSpPr>
          <p:cNvPr id="11" name="Shape 11"/>
          <p:cNvSpPr txBox="1">
            <a:spLocks noGrp="1"/>
          </p:cNvSpPr>
          <p:nvPr>
            <p:ph type="body" idx="1"/>
          </p:nvPr>
        </p:nvSpPr>
        <p:spPr>
          <a:xfrm>
            <a:off x="457200" y="1600200"/>
            <a:ext cx="8229600" cy="4428411"/>
          </a:xfrm>
          <a:prstGeom prst="rect">
            <a:avLst/>
          </a:prstGeom>
          <a:noFill/>
          <a:ln>
            <a:noFill/>
          </a:ln>
        </p:spPr>
        <p:txBody>
          <a:bodyPr lIns="91425" tIns="91425" rIns="91425" bIns="91425" anchor="t" anchorCtr="0"/>
          <a:lstStyle>
            <a:lvl1pPr marL="256032" marR="0" lvl="0" indent="-1544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dirty="0"/>
          </a:p>
        </p:txBody>
      </p:sp>
      <p:sp>
        <p:nvSpPr>
          <p:cNvPr id="13" name="Shape 1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tx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pPr>
              <a:defRPr/>
            </a:pPr>
            <a:endParaRPr lang="en-US" dirty="0">
              <a:solidFill>
                <a:schemeClr val="tx1"/>
              </a:solidFill>
            </a:endParaRPr>
          </a:p>
        </p:txBody>
      </p:sp>
      <p:sp>
        <p:nvSpPr>
          <p:cNvPr id="14" name="Shape 1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lvl1pPr>
              <a:defRPr>
                <a:solidFill>
                  <a:schemeClr val="tx1"/>
                </a:solidFill>
              </a:defRPr>
            </a:lvl1pPr>
          </a:lstStyle>
          <a:p>
            <a:pPr algn="r">
              <a:buSzPct val="25000"/>
              <a:defRPr/>
            </a:pPr>
            <a:fld id="{00000000-1234-1234-1234-123412341234}" type="slidenum">
              <a:rPr lang="en-US" sz="900" smtClean="0"/>
              <a:pPr algn="r">
                <a:buSzPct val="25000"/>
                <a:defRPr/>
              </a:pPr>
              <a:t>‹#›</a:t>
            </a:fld>
            <a:endParaRPr lang="en-US" sz="900" dirty="0"/>
          </a:p>
        </p:txBody>
      </p:sp>
    </p:spTree>
    <p:extLst>
      <p:ext uri="{BB962C8B-B14F-4D97-AF65-F5344CB8AC3E}">
        <p14:creationId xmlns:p14="http://schemas.microsoft.com/office/powerpoint/2010/main" val="3246644562"/>
      </p:ext>
    </p:extLst>
  </p:cSld>
  <p:clrMap bg1="lt1" tx1="dk1" bg2="dk2" tx2="lt2" accent1="accent1" accent2="accent2" accent3="accent3" accent4="accent4" accent5="accent5" accent6="accent6" hlink="hlink" folHlink="folHlink"/>
  <p:sldLayoutIdLst>
    <p:sldLayoutId id="2147483675" r:id="rId1"/>
    <p:sldLayoutId id="2147483664"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None/>
        <a:defRPr sz="3600" b="0" i="0" u="none" strike="noStrike" cap="none">
          <a:solidFill>
            <a:srgbClr val="000000"/>
          </a:solidFill>
          <a:latin typeface="+mj-lt"/>
          <a:ea typeface="Arial"/>
          <a:cs typeface="Arial"/>
          <a:sym typeface="Arial"/>
        </a:defRPr>
      </a:lvl1pPr>
    </p:titleStyle>
    <p:bodyStyle>
      <a:defPPr marR="0" lvl="0" algn="l" rtl="0">
        <a:lnSpc>
          <a:spcPct val="100000"/>
        </a:lnSpc>
        <a:spcBef>
          <a:spcPts val="0"/>
        </a:spcBef>
        <a:spcAft>
          <a:spcPts val="0"/>
        </a:spcAft>
      </a:defPPr>
      <a:lvl1pPr marR="0" lvl="0" algn="l" rtl="0">
        <a:lnSpc>
          <a:spcPct val="100000"/>
        </a:lnSpc>
        <a:spcBef>
          <a:spcPts val="0"/>
        </a:spcBef>
        <a:spcAft>
          <a:spcPts val="0"/>
        </a:spcAft>
        <a:buNone/>
        <a:defRPr sz="16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Title Placeholder"/>
          <p:cNvSpPr txBox="1">
            <a:spLocks noGrp="1"/>
          </p:cNvSpPr>
          <p:nvPr>
            <p:ph type="title"/>
          </p:nvPr>
        </p:nvSpPr>
        <p:spPr>
          <a:xfrm>
            <a:off x="457200" y="215371"/>
            <a:ext cx="8229600" cy="1097279"/>
          </a:xfrm>
          <a:prstGeom prst="rect">
            <a:avLst/>
          </a:prstGeom>
          <a:noFill/>
          <a:ln>
            <a:noFill/>
          </a:ln>
        </p:spPr>
        <p:txBody>
          <a:bodyPr lIns="91425" tIns="91425" rIns="91425" bIns="91425" anchor="b" anchorCtr="0"/>
          <a:lstStyle>
            <a:lvl1pPr marL="0" marR="0" lvl="0" indent="0" algn="l" rtl="0">
              <a:lnSpc>
                <a:spcPct val="100000"/>
              </a:lnSpc>
              <a:spcBef>
                <a:spcPts val="0"/>
              </a:spcBef>
              <a:buClr>
                <a:srgbClr val="007FA3"/>
              </a:buClr>
              <a:buFont typeface="Times New Roman"/>
              <a:buNone/>
              <a:defRPr sz="3400" b="1" i="0" u="none" strike="noStrike" cap="none">
                <a:solidFill>
                  <a:srgbClr val="007FA3"/>
                </a:solidFill>
                <a:latin typeface="Times New Roman"/>
                <a:ea typeface="Times New Roman"/>
                <a:cs typeface="Times New Roman"/>
                <a:sym typeface="Times New Roman"/>
              </a:defRPr>
            </a:lvl1pPr>
            <a:lvl2pPr lvl="1" indent="0">
              <a:spcBef>
                <a:spcPts val="0"/>
              </a:spcBef>
              <a:buNone/>
              <a:defRPr sz="1800"/>
            </a:lvl2pPr>
            <a:lvl3pPr lvl="2" indent="0">
              <a:spcBef>
                <a:spcPts val="0"/>
              </a:spcBef>
              <a:buNone/>
              <a:defRPr sz="1800"/>
            </a:lvl3pPr>
            <a:lvl4pPr lvl="3" indent="0">
              <a:spcBef>
                <a:spcPts val="0"/>
              </a:spcBef>
              <a:buNone/>
              <a:defRPr sz="1800"/>
            </a:lvl4pPr>
            <a:lvl5pPr lvl="4" indent="0">
              <a:spcBef>
                <a:spcPts val="0"/>
              </a:spcBef>
              <a:buNone/>
              <a:defRPr sz="1800"/>
            </a:lvl5pPr>
            <a:lvl6pPr lvl="5" indent="0">
              <a:spcBef>
                <a:spcPts val="0"/>
              </a:spcBef>
              <a:buNone/>
              <a:defRPr sz="1800"/>
            </a:lvl6pPr>
            <a:lvl7pPr lvl="6" indent="0">
              <a:spcBef>
                <a:spcPts val="0"/>
              </a:spcBef>
              <a:buNone/>
              <a:defRPr sz="1800"/>
            </a:lvl7pPr>
            <a:lvl8pPr lvl="7" indent="0">
              <a:spcBef>
                <a:spcPts val="0"/>
              </a:spcBef>
              <a:buNone/>
              <a:defRPr sz="1800"/>
            </a:lvl8pPr>
            <a:lvl9pPr lvl="8" indent="0">
              <a:spcBef>
                <a:spcPts val="0"/>
              </a:spcBef>
              <a:buNone/>
              <a:defRPr sz="1800"/>
            </a:lvl9pPr>
          </a:lstStyle>
          <a:p>
            <a:r>
              <a:rPr lang="en-US" sz="3600" dirty="0">
                <a:latin typeface="+mj-lt"/>
              </a:rPr>
              <a:t>Click to add title</a:t>
            </a:r>
            <a:endParaRPr dirty="0"/>
          </a:p>
        </p:txBody>
      </p:sp>
      <p:sp>
        <p:nvSpPr>
          <p:cNvPr id="11" name="Content Placeholder"/>
          <p:cNvSpPr txBox="1">
            <a:spLocks noGrp="1"/>
          </p:cNvSpPr>
          <p:nvPr>
            <p:ph type="body" idx="1"/>
          </p:nvPr>
        </p:nvSpPr>
        <p:spPr>
          <a:xfrm>
            <a:off x="457200" y="1600200"/>
            <a:ext cx="8229600" cy="4428411"/>
          </a:xfrm>
          <a:prstGeom prst="rect">
            <a:avLst/>
          </a:prstGeom>
          <a:noFill/>
          <a:ln>
            <a:noFill/>
          </a:ln>
        </p:spPr>
        <p:txBody>
          <a:bodyPr lIns="91425" tIns="91425" rIns="91425" bIns="91425" anchor="t" anchorCtr="0"/>
          <a:lstStyle>
            <a:lvl1pPr marL="256032" marR="0" lvl="0" indent="-154432" algn="l" rtl="0">
              <a:spcBef>
                <a:spcPts val="1500"/>
              </a:spcBef>
              <a:buClr>
                <a:srgbClr val="007FA3"/>
              </a:buClr>
              <a:buSzPct val="100000"/>
              <a:buFont typeface="Arial"/>
              <a:buChar char="•"/>
              <a:defRPr sz="1600" b="0" i="0" u="none" strike="noStrike" cap="none">
                <a:solidFill>
                  <a:schemeClr val="dk1"/>
                </a:solidFill>
                <a:latin typeface="Arial"/>
                <a:ea typeface="Arial"/>
                <a:cs typeface="Arial"/>
                <a:sym typeface="Arial"/>
              </a:defRPr>
            </a:lvl1pPr>
            <a:lvl2pPr marL="742950" marR="0" lvl="1" indent="-18415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3pPr>
            <a:lvl4pPr marL="1600200" marR="0" lvl="3"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spcBef>
                <a:spcPts val="600"/>
              </a:spcBef>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spcBef>
                <a:spcPts val="300"/>
              </a:spcBef>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endParaRPr dirty="0"/>
          </a:p>
        </p:txBody>
      </p:sp>
      <p:sp>
        <p:nvSpPr>
          <p:cNvPr id="13" name="Shape 13"/>
          <p:cNvSpPr txBox="1">
            <a:spLocks noGrp="1"/>
          </p:cNvSpPr>
          <p:nvPr>
            <p:ph type="dt" idx="10"/>
          </p:nvPr>
        </p:nvSpPr>
        <p:spPr>
          <a:xfrm>
            <a:off x="6335712" y="113071"/>
            <a:ext cx="2133599" cy="182879"/>
          </a:xfrm>
          <a:prstGeom prst="rect">
            <a:avLst/>
          </a:prstGeom>
          <a:noFill/>
          <a:ln>
            <a:noFill/>
          </a:ln>
        </p:spPr>
        <p:txBody>
          <a:bodyPr lIns="91425" tIns="91425" rIns="91425" bIns="91425" anchor="ctr" anchorCtr="0"/>
          <a:lstStyle>
            <a:lvl1pPr marL="0" marR="0" lvl="0" indent="0" algn="r" rtl="0">
              <a:spcBef>
                <a:spcPts val="0"/>
              </a:spcBef>
              <a:buNone/>
              <a:defRPr sz="900" b="0" i="0" u="none" strike="noStrike" cap="none">
                <a:solidFill>
                  <a:schemeClr val="lt1"/>
                </a:solidFill>
                <a:latin typeface="Arial"/>
                <a:ea typeface="Arial"/>
                <a:cs typeface="Arial"/>
                <a:sym typeface="Arial"/>
              </a:defRPr>
            </a:lvl1pPr>
            <a:lvl2pPr marL="457200" marR="0" lvl="1" indent="0" algn="l" rtl="0">
              <a:spcBef>
                <a:spcPts val="0"/>
              </a:spcBef>
              <a:buNone/>
              <a:defRPr sz="1800" b="0" i="0" u="none" strike="noStrike" cap="none">
                <a:solidFill>
                  <a:schemeClr val="dk1"/>
                </a:solidFill>
                <a:latin typeface="Arial"/>
                <a:ea typeface="Arial"/>
                <a:cs typeface="Arial"/>
                <a:sym typeface="Arial"/>
              </a:defRPr>
            </a:lvl2pPr>
            <a:lvl3pPr marL="914400" marR="0" lvl="2" indent="0" algn="l" rtl="0">
              <a:spcBef>
                <a:spcPts val="0"/>
              </a:spcBef>
              <a:buNone/>
              <a:defRPr sz="1800" b="0" i="0" u="none" strike="noStrike" cap="none">
                <a:solidFill>
                  <a:schemeClr val="dk1"/>
                </a:solidFill>
                <a:latin typeface="Arial"/>
                <a:ea typeface="Arial"/>
                <a:cs typeface="Arial"/>
                <a:sym typeface="Arial"/>
              </a:defRPr>
            </a:lvl3pPr>
            <a:lvl4pPr marL="1371600" marR="0" lvl="3" indent="0" algn="l" rtl="0">
              <a:spcBef>
                <a:spcPts val="0"/>
              </a:spcBef>
              <a:buNone/>
              <a:defRPr sz="1800" b="0" i="0" u="none" strike="noStrike" cap="none">
                <a:solidFill>
                  <a:schemeClr val="dk1"/>
                </a:solidFill>
                <a:latin typeface="Arial"/>
                <a:ea typeface="Arial"/>
                <a:cs typeface="Arial"/>
                <a:sym typeface="Arial"/>
              </a:defRPr>
            </a:lvl4pPr>
            <a:lvl5pPr marL="1828800" marR="0" lvl="4" indent="0" algn="l" rtl="0">
              <a:spcBef>
                <a:spcPts val="0"/>
              </a:spcBef>
              <a:buNone/>
              <a:defRPr sz="1800" b="0" i="0" u="none" strike="noStrike" cap="none">
                <a:solidFill>
                  <a:schemeClr val="dk1"/>
                </a:solidFill>
                <a:latin typeface="Arial"/>
                <a:ea typeface="Arial"/>
                <a:cs typeface="Arial"/>
                <a:sym typeface="Arial"/>
              </a:defRPr>
            </a:lvl5pPr>
            <a:lvl6pPr marL="2286000" marR="0" lvl="5" indent="0" algn="l" rtl="0">
              <a:spcBef>
                <a:spcPts val="0"/>
              </a:spcBef>
              <a:buNone/>
              <a:defRPr sz="1800" b="0" i="0" u="none" strike="noStrike" cap="none">
                <a:solidFill>
                  <a:schemeClr val="dk1"/>
                </a:solidFill>
                <a:latin typeface="Arial"/>
                <a:ea typeface="Arial"/>
                <a:cs typeface="Arial"/>
                <a:sym typeface="Arial"/>
              </a:defRPr>
            </a:lvl6pPr>
            <a:lvl7pPr marL="2743200" marR="0" lvl="6" indent="0" algn="l" rtl="0">
              <a:spcBef>
                <a:spcPts val="0"/>
              </a:spcBef>
              <a:buNone/>
              <a:defRPr sz="1800" b="0" i="0" u="none" strike="noStrike" cap="none">
                <a:solidFill>
                  <a:schemeClr val="dk1"/>
                </a:solidFill>
                <a:latin typeface="Arial"/>
                <a:ea typeface="Arial"/>
                <a:cs typeface="Arial"/>
                <a:sym typeface="Arial"/>
              </a:defRPr>
            </a:lvl7pPr>
            <a:lvl8pPr marL="3200400" marR="0" lvl="7" indent="0" algn="l" rtl="0">
              <a:spcBef>
                <a:spcPts val="0"/>
              </a:spcBef>
              <a:buNone/>
              <a:defRPr sz="1800" b="0" i="0" u="none" strike="noStrike" cap="none">
                <a:solidFill>
                  <a:schemeClr val="dk1"/>
                </a:solidFill>
                <a:latin typeface="Arial"/>
                <a:ea typeface="Arial"/>
                <a:cs typeface="Arial"/>
                <a:sym typeface="Arial"/>
              </a:defRPr>
            </a:lvl8pPr>
            <a:lvl9pPr marL="3657600" marR="0" lvl="8" indent="0" algn="l" rtl="0">
              <a:spcBef>
                <a:spcPts val="0"/>
              </a:spcBef>
              <a:buNone/>
              <a:defRPr sz="1800" b="0" i="0" u="none" strike="noStrike" cap="none">
                <a:solidFill>
                  <a:schemeClr val="dk1"/>
                </a:solidFill>
                <a:latin typeface="Arial"/>
                <a:ea typeface="Arial"/>
                <a:cs typeface="Arial"/>
                <a:sym typeface="Arial"/>
              </a:defRPr>
            </a:lvl9pPr>
          </a:lstStyle>
          <a:p>
            <a:endParaRPr/>
          </a:p>
        </p:txBody>
      </p:sp>
      <p:sp>
        <p:nvSpPr>
          <p:cNvPr id="14" name="Shape 14"/>
          <p:cNvSpPr txBox="1">
            <a:spLocks noGrp="1"/>
          </p:cNvSpPr>
          <p:nvPr>
            <p:ph type="sldNum" idx="12"/>
          </p:nvPr>
        </p:nvSpPr>
        <p:spPr>
          <a:xfrm>
            <a:off x="8469311" y="113071"/>
            <a:ext cx="551783" cy="182879"/>
          </a:xfrm>
          <a:prstGeom prst="rect">
            <a:avLst/>
          </a:prstGeom>
          <a:noFill/>
          <a:ln>
            <a:noFill/>
          </a:ln>
        </p:spPr>
        <p:txBody>
          <a:bodyPr lIns="91425" tIns="45700" rIns="91425" bIns="45700" anchor="ctr" anchorCtr="0">
            <a:noAutofit/>
          </a:bodyPr>
          <a:lstStyle/>
          <a:p>
            <a:pPr marL="0" marR="0" lvl="0" indent="0" algn="r" rtl="0">
              <a:spcBef>
                <a:spcPts val="0"/>
              </a:spcBef>
              <a:buSzPct val="25000"/>
              <a:buNone/>
            </a:pPr>
            <a:fld id="{00000000-1234-1234-1234-123412341234}" type="slidenum">
              <a:rPr lang="en-US" sz="900" b="0" i="0" u="none" strike="noStrike" cap="none">
                <a:solidFill>
                  <a:schemeClr val="lt1"/>
                </a:solidFill>
                <a:latin typeface="Arial"/>
                <a:ea typeface="Arial"/>
                <a:cs typeface="Arial"/>
                <a:sym typeface="Arial"/>
              </a:rPr>
              <a:t>‹#›</a:t>
            </a:fld>
            <a:endParaRPr lang="en-US" sz="900" b="0" i="0" u="none" strike="noStrike" cap="none">
              <a:solidFill>
                <a:schemeClr val="lt1"/>
              </a:solidFill>
              <a:latin typeface="Arial"/>
              <a:ea typeface="Arial"/>
              <a:cs typeface="Arial"/>
              <a:sym typeface="Arial"/>
            </a:endParaRPr>
          </a:p>
        </p:txBody>
      </p:sp>
      <p:sp>
        <p:nvSpPr>
          <p:cNvPr id="5" name="Content Placeholder 7">
            <a:extLst>
              <a:ext uri="{FF2B5EF4-FFF2-40B4-BE49-F238E27FC236}">
                <a16:creationId xmlns:a16="http://schemas.microsoft.com/office/drawing/2014/main" id="{E480927B-C719-AAFA-9DFE-C590F6319C0F}"/>
              </a:ext>
            </a:extLst>
          </p:cNvPr>
          <p:cNvSpPr txBox="1">
            <a:spLocks/>
          </p:cNvSpPr>
          <p:nvPr userDrawn="1"/>
        </p:nvSpPr>
        <p:spPr>
          <a:xfrm>
            <a:off x="2097088" y="6483421"/>
            <a:ext cx="6589712" cy="221018"/>
          </a:xfrm>
          <a:prstGeom prst="rect">
            <a:avLst/>
          </a:prstGeom>
          <a:noFill/>
          <a:ln>
            <a:noFill/>
          </a:ln>
        </p:spPr>
        <p:txBody>
          <a:bodyPr lIns="0" tIns="18000" rIns="0" bIns="18000" anchor="ctr" anchorCtr="0">
            <a:spAutoFit/>
          </a:bodyPr>
          <a:lstStyle>
            <a:defPPr marR="0" lvl="0" algn="l" rtl="0">
              <a:lnSpc>
                <a:spcPct val="100000"/>
              </a:lnSpc>
              <a:spcBef>
                <a:spcPts val="0"/>
              </a:spcBef>
              <a:spcAft>
                <a:spcPts val="0"/>
              </a:spcAft>
            </a:defPPr>
            <a:lvl1pPr marL="256032" marR="0" lvl="0" indent="-154432" algn="r" rtl="0">
              <a:lnSpc>
                <a:spcPct val="100000"/>
              </a:lnSpc>
              <a:spcBef>
                <a:spcPts val="1500"/>
              </a:spcBef>
              <a:spcAft>
                <a:spcPts val="0"/>
              </a:spcAft>
              <a:buClr>
                <a:srgbClr val="007FA3"/>
              </a:buClr>
              <a:buSzPct val="100000"/>
              <a:buFont typeface="Arial"/>
              <a:buNone/>
              <a:defRPr sz="1200" b="0" i="0" u="none" strike="noStrike" cap="none">
                <a:solidFill>
                  <a:schemeClr val="dk1"/>
                </a:solidFill>
                <a:latin typeface="Verdana" panose="020B0604030504040204" pitchFamily="34" charset="0"/>
                <a:ea typeface="Verdana" panose="020B0604030504040204" pitchFamily="34" charset="0"/>
                <a:cs typeface="Arial"/>
                <a:sym typeface="Arial"/>
              </a:defRPr>
            </a:lvl1pPr>
            <a:lvl2pPr marL="742950" marR="0" lvl="1" indent="-184150" algn="l" rtl="0">
              <a:lnSpc>
                <a:spcPct val="100000"/>
              </a:lnSpc>
              <a:spcBef>
                <a:spcPts val="600"/>
              </a:spcBef>
              <a:spcAft>
                <a:spcPts val="0"/>
              </a:spcAft>
              <a:buClr>
                <a:srgbClr val="007FA3"/>
              </a:buClr>
              <a:buSzPct val="100000"/>
              <a:buFont typeface="Arial"/>
              <a:buChar char="–"/>
              <a:defRPr sz="1600" b="0" i="0" u="none" strike="noStrike" cap="none">
                <a:solidFill>
                  <a:schemeClr val="dk1"/>
                </a:solidFill>
                <a:latin typeface="Arial"/>
                <a:ea typeface="Arial"/>
                <a:cs typeface="Arial"/>
                <a:sym typeface="Arial"/>
              </a:defRPr>
            </a:lvl2pPr>
            <a:lvl3pPr marL="1143000" marR="0" lvl="2" indent="-127000" algn="l" rtl="0">
              <a:lnSpc>
                <a:spcPct val="100000"/>
              </a:lnSpc>
              <a:spcBef>
                <a:spcPts val="600"/>
              </a:spcBef>
              <a:spcAft>
                <a:spcPts val="0"/>
              </a:spcAft>
              <a:buClr>
                <a:srgbClr val="007FA3"/>
              </a:buClr>
              <a:buSzPct val="100000"/>
              <a:buFont typeface="Arial"/>
              <a:buChar char="▪"/>
              <a:defRPr sz="1600" b="0" i="0" u="none" strike="noStrike" cap="none">
                <a:solidFill>
                  <a:schemeClr val="dk1"/>
                </a:solidFill>
                <a:latin typeface="Arial"/>
                <a:ea typeface="Arial"/>
                <a:cs typeface="Arial"/>
                <a:sym typeface="Arial"/>
              </a:defRPr>
            </a:lvl3pPr>
            <a:lvl4pPr marL="1600200" marR="0" lvl="3" indent="-127000" algn="l" rtl="0">
              <a:lnSpc>
                <a:spcPct val="100000"/>
              </a:lnSpc>
              <a:spcBef>
                <a:spcPts val="600"/>
              </a:spcBef>
              <a:spcAft>
                <a:spcPts val="0"/>
              </a:spcAft>
              <a:buClr>
                <a:srgbClr val="007FA3"/>
              </a:buClr>
              <a:buSzPct val="100000"/>
              <a:buFont typeface="Arial"/>
              <a:buChar char="–"/>
              <a:defRPr sz="1600" b="0" i="0" u="none" strike="noStrike" cap="none">
                <a:solidFill>
                  <a:schemeClr val="dk1"/>
                </a:solidFill>
                <a:latin typeface="Arial"/>
                <a:ea typeface="Arial"/>
                <a:cs typeface="Arial"/>
                <a:sym typeface="Arial"/>
              </a:defRPr>
            </a:lvl4pPr>
            <a:lvl5pPr marL="2057400" marR="0" lvl="4" indent="-127000" algn="l" rtl="0">
              <a:lnSpc>
                <a:spcPct val="100000"/>
              </a:lnSpc>
              <a:spcBef>
                <a:spcPts val="600"/>
              </a:spcBef>
              <a:spcAft>
                <a:spcPts val="0"/>
              </a:spcAft>
              <a:buClr>
                <a:srgbClr val="007FA3"/>
              </a:buClr>
              <a:buSzPct val="100000"/>
              <a:buFont typeface="Arial"/>
              <a:buChar char="•"/>
              <a:defRPr sz="1600" b="0" i="0" u="none" strike="noStrike" cap="none">
                <a:solidFill>
                  <a:schemeClr val="dk1"/>
                </a:solidFill>
                <a:latin typeface="Arial"/>
                <a:ea typeface="Arial"/>
                <a:cs typeface="Arial"/>
                <a:sym typeface="Arial"/>
              </a:defRPr>
            </a:lvl5pPr>
            <a:lvl6pPr marL="2514600" marR="0" lvl="5" indent="-127000" algn="l" rtl="0">
              <a:lnSpc>
                <a:spcPct val="100000"/>
              </a:lnSpc>
              <a:spcBef>
                <a:spcPts val="300"/>
              </a:spcBef>
              <a:spcAft>
                <a:spcPts val="0"/>
              </a:spcAft>
              <a:buClr>
                <a:srgbClr val="007FA3"/>
              </a:buClr>
              <a:buSzPct val="100000"/>
              <a:buFont typeface="Arial"/>
              <a:buChar char="•"/>
              <a:defRPr sz="1600" b="0" i="0" u="none" strike="noStrike" cap="none">
                <a:solidFill>
                  <a:schemeClr val="dk1"/>
                </a:solidFill>
                <a:latin typeface="Arial"/>
                <a:ea typeface="Arial"/>
                <a:cs typeface="Arial"/>
                <a:sym typeface="Arial"/>
              </a:defRPr>
            </a:lvl6pPr>
            <a:lvl7pPr marL="2971800" marR="0" lvl="6" indent="-127000" algn="l" rtl="0">
              <a:lnSpc>
                <a:spcPct val="100000"/>
              </a:lnSpc>
              <a:spcBef>
                <a:spcPts val="300"/>
              </a:spcBef>
              <a:spcAft>
                <a:spcPts val="0"/>
              </a:spcAft>
              <a:buClr>
                <a:srgbClr val="007FA3"/>
              </a:buClr>
              <a:buSzPct val="100000"/>
              <a:buFont typeface="Arial"/>
              <a:buChar char="•"/>
              <a:defRPr sz="1600" b="0" i="0" u="none" strike="noStrike" cap="none">
                <a:solidFill>
                  <a:schemeClr val="dk1"/>
                </a:solidFill>
                <a:latin typeface="Arial"/>
                <a:ea typeface="Arial"/>
                <a:cs typeface="Arial"/>
                <a:sym typeface="Arial"/>
              </a:defRPr>
            </a:lvl7pPr>
            <a:lvl8pPr marL="3429000" marR="0" lvl="7" indent="-127000" algn="l" rtl="0">
              <a:lnSpc>
                <a:spcPct val="100000"/>
              </a:lnSpc>
              <a:spcBef>
                <a:spcPts val="300"/>
              </a:spcBef>
              <a:spcAft>
                <a:spcPts val="0"/>
              </a:spcAft>
              <a:buClr>
                <a:srgbClr val="007FA3"/>
              </a:buClr>
              <a:buSzPct val="100000"/>
              <a:buFont typeface="Arial"/>
              <a:buChar char="•"/>
              <a:defRPr sz="1600" b="0" i="0" u="none" strike="noStrike" cap="none">
                <a:solidFill>
                  <a:schemeClr val="dk1"/>
                </a:solidFill>
                <a:latin typeface="Arial"/>
                <a:ea typeface="Arial"/>
                <a:cs typeface="Arial"/>
                <a:sym typeface="Arial"/>
              </a:defRPr>
            </a:lvl8pPr>
            <a:lvl9pPr marL="3886200" marR="0" lvl="8" indent="-127000" algn="l" rtl="0">
              <a:lnSpc>
                <a:spcPct val="100000"/>
              </a:lnSpc>
              <a:spcBef>
                <a:spcPts val="300"/>
              </a:spcBef>
              <a:spcAft>
                <a:spcPts val="0"/>
              </a:spcAft>
              <a:buClr>
                <a:srgbClr val="007FA3"/>
              </a:buClr>
              <a:buSzPct val="100000"/>
              <a:buFont typeface="Arial"/>
              <a:buChar char="•"/>
              <a:defRPr sz="1600" b="0" i="0" u="none" strike="noStrike" cap="none">
                <a:solidFill>
                  <a:schemeClr val="dk1"/>
                </a:solidFill>
                <a:latin typeface="Arial"/>
                <a:ea typeface="Arial"/>
                <a:cs typeface="Arial"/>
                <a:sym typeface="Arial"/>
              </a:defRPr>
            </a:lvl9pPr>
          </a:lstStyle>
          <a:p>
            <a:pPr marL="256032" marR="0" lvl="0" indent="-154432" algn="r" defTabSz="914400" rtl="0" eaLnBrk="1" fontAlgn="auto" latinLnBrk="0" hangingPunct="1">
              <a:lnSpc>
                <a:spcPct val="100000"/>
              </a:lnSpc>
              <a:spcBef>
                <a:spcPts val="1500"/>
              </a:spcBef>
              <a:spcAft>
                <a:spcPts val="0"/>
              </a:spcAft>
              <a:buClr>
                <a:srgbClr val="007FA3"/>
              </a:buClr>
              <a:buSzPct val="100000"/>
              <a:buFont typeface="Arial"/>
              <a:buNone/>
              <a:tabLst/>
              <a:defRPr/>
            </a:pPr>
            <a:r>
              <a:rPr kumimoji="0" lang="en-US" sz="1200" b="0" i="0" u="none" strike="noStrike" kern="0" cap="none" spc="0" normalizeH="0" baseline="0" noProof="0">
                <a:ln>
                  <a:noFill/>
                </a:ln>
                <a:solidFill>
                  <a:srgbClr val="000000"/>
                </a:solidFill>
                <a:effectLst/>
                <a:uLnTx/>
                <a:uFillTx/>
                <a:latin typeface="Verdana" panose="020B0604030504040204" pitchFamily="34" charset="0"/>
                <a:ea typeface="Verdana" panose="020B0604030504040204" pitchFamily="34" charset="0"/>
                <a:cs typeface="Arial"/>
                <a:sym typeface="Arial"/>
              </a:rPr>
              <a:t>Copyright © 2024, 2018, 2015 Pearson Education, Inc. All Rights Reserved</a:t>
            </a:r>
            <a:endParaRPr kumimoji="0" lang="en-US" sz="1200" b="0" i="0" u="none" strike="noStrike" kern="0" cap="none" spc="0" normalizeH="0" baseline="0" noProof="0" dirty="0">
              <a:ln>
                <a:noFill/>
              </a:ln>
              <a:solidFill>
                <a:srgbClr val="000000"/>
              </a:solidFill>
              <a:effectLst/>
              <a:uLnTx/>
              <a:uFillTx/>
              <a:latin typeface="Verdana" panose="020B0604030504040204" pitchFamily="34" charset="0"/>
              <a:ea typeface="Verdana" panose="020B0604030504040204" pitchFamily="34" charset="0"/>
              <a:cs typeface="Arial"/>
              <a:sym typeface="Arial"/>
            </a:endParaRPr>
          </a:p>
        </p:txBody>
      </p:sp>
      <p:pic>
        <p:nvPicPr>
          <p:cNvPr id="2" name="Picture 1" descr="Pearson Logo">
            <a:extLst>
              <a:ext uri="{FF2B5EF4-FFF2-40B4-BE49-F238E27FC236}">
                <a16:creationId xmlns:a16="http://schemas.microsoft.com/office/drawing/2014/main" id="{D91D8E0C-C841-6A6B-8AC2-D2541CE6F8CB}"/>
              </a:ext>
            </a:extLst>
          </p:cNvPr>
          <p:cNvPicPr>
            <a:picLocks noChangeAspect="1"/>
          </p:cNvPicPr>
          <p:nvPr userDrawn="1"/>
        </p:nvPicPr>
        <p:blipFill>
          <a:blip r:embed="rId14"/>
          <a:stretch>
            <a:fillRect/>
          </a:stretch>
        </p:blipFill>
        <p:spPr>
          <a:xfrm>
            <a:off x="435802" y="6463316"/>
            <a:ext cx="875960" cy="276014"/>
          </a:xfrm>
          <a:prstGeom prst="rect">
            <a:avLst/>
          </a:prstGeom>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76" r:id="rId3"/>
    <p:sldLayoutId id="2147483677" r:id="rId4"/>
    <p:sldLayoutId id="2147483678" r:id="rId5"/>
    <p:sldLayoutId id="2147483679" r:id="rId6"/>
    <p:sldLayoutId id="2147483671" r:id="rId7"/>
    <p:sldLayoutId id="2147483673" r:id="rId8"/>
    <p:sldLayoutId id="2147483670" r:id="rId9"/>
    <p:sldLayoutId id="2147483669" r:id="rId10"/>
    <p:sldLayoutId id="2147483655" r:id="rId11"/>
    <p:sldLayoutId id="214748368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None/>
        <a:defRPr sz="3600" b="0" i="0" u="none" strike="noStrike" cap="none">
          <a:solidFill>
            <a:srgbClr val="000000"/>
          </a:solidFill>
          <a:latin typeface="+mj-lt"/>
          <a:ea typeface="Arial"/>
          <a:cs typeface="Arial"/>
          <a:sym typeface="Arial"/>
        </a:defRPr>
      </a:lvl1pPr>
    </p:titleStyle>
    <p:body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6" Type="http://schemas.openxmlformats.org/officeDocument/2006/relationships/customXml" Target="../ink/ink12.xml"/><Relationship Id="rId21" Type="http://schemas.openxmlformats.org/officeDocument/2006/relationships/image" Target="../media/image33.png"/><Relationship Id="rId42" Type="http://schemas.openxmlformats.org/officeDocument/2006/relationships/customXml" Target="../ink/ink20.xml"/><Relationship Id="rId47" Type="http://schemas.openxmlformats.org/officeDocument/2006/relationships/image" Target="../media/image46.png"/><Relationship Id="rId63" Type="http://schemas.openxmlformats.org/officeDocument/2006/relationships/image" Target="../media/image54.png"/><Relationship Id="rId68" Type="http://schemas.openxmlformats.org/officeDocument/2006/relationships/customXml" Target="../ink/ink33.xml"/><Relationship Id="rId84" Type="http://schemas.openxmlformats.org/officeDocument/2006/relationships/customXml" Target="../ink/ink41.xml"/><Relationship Id="rId89" Type="http://schemas.openxmlformats.org/officeDocument/2006/relationships/image" Target="../media/image67.png"/><Relationship Id="rId16" Type="http://schemas.openxmlformats.org/officeDocument/2006/relationships/customXml" Target="../ink/ink7.xml"/><Relationship Id="rId11" Type="http://schemas.openxmlformats.org/officeDocument/2006/relationships/image" Target="../media/image28.png"/><Relationship Id="rId32" Type="http://schemas.openxmlformats.org/officeDocument/2006/relationships/customXml" Target="../ink/ink15.xml"/><Relationship Id="rId37" Type="http://schemas.openxmlformats.org/officeDocument/2006/relationships/image" Target="../media/image41.png"/><Relationship Id="rId53" Type="http://schemas.openxmlformats.org/officeDocument/2006/relationships/image" Target="../media/image49.png"/><Relationship Id="rId58" Type="http://schemas.openxmlformats.org/officeDocument/2006/relationships/customXml" Target="../ink/ink28.xml"/><Relationship Id="rId74" Type="http://schemas.openxmlformats.org/officeDocument/2006/relationships/customXml" Target="../ink/ink36.xml"/><Relationship Id="rId79" Type="http://schemas.openxmlformats.org/officeDocument/2006/relationships/image" Target="../media/image62.png"/><Relationship Id="rId5" Type="http://schemas.openxmlformats.org/officeDocument/2006/relationships/image" Target="../media/image25.png"/><Relationship Id="rId90" Type="http://schemas.openxmlformats.org/officeDocument/2006/relationships/customXml" Target="../ink/ink44.xml"/><Relationship Id="rId95" Type="http://schemas.openxmlformats.org/officeDocument/2006/relationships/image" Target="../media/image70.png"/><Relationship Id="rId22" Type="http://schemas.openxmlformats.org/officeDocument/2006/relationships/customXml" Target="../ink/ink10.xml"/><Relationship Id="rId27" Type="http://schemas.openxmlformats.org/officeDocument/2006/relationships/image" Target="../media/image36.png"/><Relationship Id="rId43" Type="http://schemas.openxmlformats.org/officeDocument/2006/relationships/image" Target="../media/image44.png"/><Relationship Id="rId48" Type="http://schemas.openxmlformats.org/officeDocument/2006/relationships/customXml" Target="../ink/ink23.xml"/><Relationship Id="rId64" Type="http://schemas.openxmlformats.org/officeDocument/2006/relationships/customXml" Target="../ink/ink31.xml"/><Relationship Id="rId69" Type="http://schemas.openxmlformats.org/officeDocument/2006/relationships/image" Target="../media/image57.png"/><Relationship Id="rId80" Type="http://schemas.openxmlformats.org/officeDocument/2006/relationships/customXml" Target="../ink/ink39.xml"/><Relationship Id="rId85" Type="http://schemas.openxmlformats.org/officeDocument/2006/relationships/image" Target="../media/image65.png"/><Relationship Id="rId12" Type="http://schemas.openxmlformats.org/officeDocument/2006/relationships/customXml" Target="../ink/ink5.xml"/><Relationship Id="rId17" Type="http://schemas.openxmlformats.org/officeDocument/2006/relationships/image" Target="../media/image31.png"/><Relationship Id="rId25" Type="http://schemas.openxmlformats.org/officeDocument/2006/relationships/image" Target="../media/image35.png"/><Relationship Id="rId33" Type="http://schemas.openxmlformats.org/officeDocument/2006/relationships/image" Target="../media/image39.png"/><Relationship Id="rId38" Type="http://schemas.openxmlformats.org/officeDocument/2006/relationships/customXml" Target="../ink/ink18.xml"/><Relationship Id="rId46" Type="http://schemas.openxmlformats.org/officeDocument/2006/relationships/customXml" Target="../ink/ink22.xml"/><Relationship Id="rId59" Type="http://schemas.openxmlformats.org/officeDocument/2006/relationships/image" Target="../media/image52.png"/><Relationship Id="rId67" Type="http://schemas.openxmlformats.org/officeDocument/2006/relationships/image" Target="../media/image56.png"/><Relationship Id="rId20" Type="http://schemas.openxmlformats.org/officeDocument/2006/relationships/customXml" Target="../ink/ink9.xml"/><Relationship Id="rId41" Type="http://schemas.openxmlformats.org/officeDocument/2006/relationships/image" Target="../media/image43.png"/><Relationship Id="rId54" Type="http://schemas.openxmlformats.org/officeDocument/2006/relationships/customXml" Target="../ink/ink26.xml"/><Relationship Id="rId62" Type="http://schemas.openxmlformats.org/officeDocument/2006/relationships/customXml" Target="../ink/ink30.xml"/><Relationship Id="rId70" Type="http://schemas.openxmlformats.org/officeDocument/2006/relationships/customXml" Target="../ink/ink34.xml"/><Relationship Id="rId75" Type="http://schemas.openxmlformats.org/officeDocument/2006/relationships/image" Target="../media/image60.png"/><Relationship Id="rId83" Type="http://schemas.openxmlformats.org/officeDocument/2006/relationships/image" Target="../media/image64.png"/><Relationship Id="rId88" Type="http://schemas.openxmlformats.org/officeDocument/2006/relationships/customXml" Target="../ink/ink43.xml"/><Relationship Id="rId91" Type="http://schemas.openxmlformats.org/officeDocument/2006/relationships/image" Target="../media/image68.png"/><Relationship Id="rId96" Type="http://schemas.openxmlformats.org/officeDocument/2006/relationships/customXml" Target="../ink/ink47.xml"/><Relationship Id="rId1" Type="http://schemas.openxmlformats.org/officeDocument/2006/relationships/slideLayout" Target="../slideLayouts/slideLayout14.xml"/><Relationship Id="rId6" Type="http://schemas.openxmlformats.org/officeDocument/2006/relationships/customXml" Target="../ink/ink2.xml"/><Relationship Id="rId15" Type="http://schemas.openxmlformats.org/officeDocument/2006/relationships/image" Target="../media/image30.png"/><Relationship Id="rId23" Type="http://schemas.openxmlformats.org/officeDocument/2006/relationships/image" Target="../media/image34.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47.png"/><Relationship Id="rId57" Type="http://schemas.openxmlformats.org/officeDocument/2006/relationships/image" Target="../media/image51.png"/><Relationship Id="rId10" Type="http://schemas.openxmlformats.org/officeDocument/2006/relationships/customXml" Target="../ink/ink4.xml"/><Relationship Id="rId31" Type="http://schemas.openxmlformats.org/officeDocument/2006/relationships/image" Target="../media/image38.png"/><Relationship Id="rId44" Type="http://schemas.openxmlformats.org/officeDocument/2006/relationships/customXml" Target="../ink/ink21.xml"/><Relationship Id="rId52" Type="http://schemas.openxmlformats.org/officeDocument/2006/relationships/customXml" Target="../ink/ink25.xml"/><Relationship Id="rId60" Type="http://schemas.openxmlformats.org/officeDocument/2006/relationships/customXml" Target="../ink/ink29.xml"/><Relationship Id="rId65" Type="http://schemas.openxmlformats.org/officeDocument/2006/relationships/image" Target="../media/image55.png"/><Relationship Id="rId73" Type="http://schemas.openxmlformats.org/officeDocument/2006/relationships/image" Target="../media/image59.png"/><Relationship Id="rId78" Type="http://schemas.openxmlformats.org/officeDocument/2006/relationships/customXml" Target="../ink/ink38.xml"/><Relationship Id="rId81" Type="http://schemas.openxmlformats.org/officeDocument/2006/relationships/image" Target="../media/image63.png"/><Relationship Id="rId86" Type="http://schemas.openxmlformats.org/officeDocument/2006/relationships/customXml" Target="../ink/ink42.xml"/><Relationship Id="rId94" Type="http://schemas.openxmlformats.org/officeDocument/2006/relationships/customXml" Target="../ink/ink46.xml"/><Relationship Id="rId99" Type="http://schemas.openxmlformats.org/officeDocument/2006/relationships/image" Target="../media/image72.png"/><Relationship Id="rId101" Type="http://schemas.openxmlformats.org/officeDocument/2006/relationships/image" Target="../media/image73.png"/><Relationship Id="rId4" Type="http://schemas.openxmlformats.org/officeDocument/2006/relationships/customXml" Target="../ink/ink1.xml"/><Relationship Id="rId9" Type="http://schemas.openxmlformats.org/officeDocument/2006/relationships/image" Target="../media/image27.png"/><Relationship Id="rId13" Type="http://schemas.openxmlformats.org/officeDocument/2006/relationships/image" Target="../media/image29.png"/><Relationship Id="rId18" Type="http://schemas.openxmlformats.org/officeDocument/2006/relationships/customXml" Target="../ink/ink8.xml"/><Relationship Id="rId39" Type="http://schemas.openxmlformats.org/officeDocument/2006/relationships/image" Target="../media/image42.png"/><Relationship Id="rId34" Type="http://schemas.openxmlformats.org/officeDocument/2006/relationships/customXml" Target="../ink/ink16.xml"/><Relationship Id="rId50" Type="http://schemas.openxmlformats.org/officeDocument/2006/relationships/customXml" Target="../ink/ink24.xml"/><Relationship Id="rId55" Type="http://schemas.openxmlformats.org/officeDocument/2006/relationships/image" Target="../media/image50.png"/><Relationship Id="rId76" Type="http://schemas.openxmlformats.org/officeDocument/2006/relationships/customXml" Target="../ink/ink37.xml"/><Relationship Id="rId97" Type="http://schemas.openxmlformats.org/officeDocument/2006/relationships/image" Target="../media/image71.png"/><Relationship Id="rId7" Type="http://schemas.openxmlformats.org/officeDocument/2006/relationships/image" Target="../media/image26.png"/><Relationship Id="rId71" Type="http://schemas.openxmlformats.org/officeDocument/2006/relationships/image" Target="../media/image58.png"/><Relationship Id="rId92" Type="http://schemas.openxmlformats.org/officeDocument/2006/relationships/customXml" Target="../ink/ink45.xml"/><Relationship Id="rId2" Type="http://schemas.openxmlformats.org/officeDocument/2006/relationships/oleObject" Target="../embeddings/oleObject1.bin"/><Relationship Id="rId29" Type="http://schemas.openxmlformats.org/officeDocument/2006/relationships/image" Target="../media/image37.png"/><Relationship Id="rId24" Type="http://schemas.openxmlformats.org/officeDocument/2006/relationships/customXml" Target="../ink/ink11.xml"/><Relationship Id="rId40" Type="http://schemas.openxmlformats.org/officeDocument/2006/relationships/customXml" Target="../ink/ink19.xml"/><Relationship Id="rId45" Type="http://schemas.openxmlformats.org/officeDocument/2006/relationships/image" Target="../media/image45.png"/><Relationship Id="rId66" Type="http://schemas.openxmlformats.org/officeDocument/2006/relationships/customXml" Target="../ink/ink32.xml"/><Relationship Id="rId87" Type="http://schemas.openxmlformats.org/officeDocument/2006/relationships/image" Target="../media/image66.png"/><Relationship Id="rId61" Type="http://schemas.openxmlformats.org/officeDocument/2006/relationships/image" Target="../media/image53.png"/><Relationship Id="rId82" Type="http://schemas.openxmlformats.org/officeDocument/2006/relationships/customXml" Target="../ink/ink40.xml"/><Relationship Id="rId19" Type="http://schemas.openxmlformats.org/officeDocument/2006/relationships/image" Target="../media/image32.png"/><Relationship Id="rId14" Type="http://schemas.openxmlformats.org/officeDocument/2006/relationships/customXml" Target="../ink/ink6.xml"/><Relationship Id="rId30" Type="http://schemas.openxmlformats.org/officeDocument/2006/relationships/customXml" Target="../ink/ink14.xml"/><Relationship Id="rId35" Type="http://schemas.openxmlformats.org/officeDocument/2006/relationships/image" Target="../media/image40.png"/><Relationship Id="rId56" Type="http://schemas.openxmlformats.org/officeDocument/2006/relationships/customXml" Target="../ink/ink27.xml"/><Relationship Id="rId77" Type="http://schemas.openxmlformats.org/officeDocument/2006/relationships/image" Target="../media/image61.png"/><Relationship Id="rId100" Type="http://schemas.openxmlformats.org/officeDocument/2006/relationships/customXml" Target="../ink/ink49.xml"/><Relationship Id="rId8" Type="http://schemas.openxmlformats.org/officeDocument/2006/relationships/customXml" Target="../ink/ink3.xml"/><Relationship Id="rId51" Type="http://schemas.openxmlformats.org/officeDocument/2006/relationships/image" Target="../media/image48.png"/><Relationship Id="rId72" Type="http://schemas.openxmlformats.org/officeDocument/2006/relationships/customXml" Target="../ink/ink35.xml"/><Relationship Id="rId93" Type="http://schemas.openxmlformats.org/officeDocument/2006/relationships/image" Target="../media/image69.png"/><Relationship Id="rId98" Type="http://schemas.openxmlformats.org/officeDocument/2006/relationships/customXml" Target="../ink/ink48.xml"/><Relationship Id="rId3" Type="http://schemas.openxmlformats.org/officeDocument/2006/relationships/image" Target="../media/image4.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C6B8E-5956-2E6D-D927-E1488CB87120}"/>
              </a:ext>
            </a:extLst>
          </p:cNvPr>
          <p:cNvSpPr>
            <a:spLocks noGrp="1"/>
          </p:cNvSpPr>
          <p:nvPr>
            <p:ph type="title"/>
          </p:nvPr>
        </p:nvSpPr>
        <p:spPr>
          <a:xfrm>
            <a:off x="438149" y="161780"/>
            <a:ext cx="8310563" cy="1144347"/>
          </a:xfrm>
        </p:spPr>
        <p:txBody>
          <a:bodyPr wrap="square" lIns="0" tIns="18000" rIns="0" bIns="18000" anchor="ctr">
            <a:spAutoFit/>
          </a:bodyPr>
          <a:lstStyle/>
          <a:p>
            <a:r>
              <a:rPr lang="en-US" noProof="0" dirty="0"/>
              <a:t>Fundamentals of Anatomy &amp; Physiology</a:t>
            </a:r>
          </a:p>
        </p:txBody>
      </p:sp>
      <p:sp>
        <p:nvSpPr>
          <p:cNvPr id="3" name="Text Placeholder 2">
            <a:extLst>
              <a:ext uri="{FF2B5EF4-FFF2-40B4-BE49-F238E27FC236}">
                <a16:creationId xmlns:a16="http://schemas.microsoft.com/office/drawing/2014/main" id="{A2A373D2-E818-425A-2D9C-02C7C087146B}"/>
              </a:ext>
            </a:extLst>
          </p:cNvPr>
          <p:cNvSpPr>
            <a:spLocks noGrp="1"/>
          </p:cNvSpPr>
          <p:nvPr>
            <p:ph type="body" idx="1"/>
          </p:nvPr>
        </p:nvSpPr>
        <p:spPr>
          <a:xfrm>
            <a:off x="438150" y="1474400"/>
            <a:ext cx="8229600" cy="344128"/>
          </a:xfrm>
        </p:spPr>
        <p:txBody>
          <a:bodyPr wrap="square" lIns="0" tIns="18000" rIns="0" bIns="18000" anchor="ctr">
            <a:spAutoFit/>
          </a:bodyPr>
          <a:lstStyle/>
          <a:p>
            <a:r>
              <a:rPr lang="en-US" noProof="0" dirty="0"/>
              <a:t>Twelfth Edition</a:t>
            </a:r>
          </a:p>
        </p:txBody>
      </p:sp>
      <p:pic>
        <p:nvPicPr>
          <p:cNvPr id="26" name="Picture 25" descr="Front Cover: Fundamentals of Anatomy &amp; Physiology Twelfth Edition by Martini, Nath and Bartholomew">
            <a:extLst>
              <a:ext uri="{FF2B5EF4-FFF2-40B4-BE49-F238E27FC236}">
                <a16:creationId xmlns:a16="http://schemas.microsoft.com/office/drawing/2014/main" id="{3849914D-977A-4D07-FC13-D3A900D9709F}"/>
              </a:ext>
            </a:extLst>
          </p:cNvPr>
          <p:cNvPicPr>
            <a:picLocks noChangeAspect="1"/>
          </p:cNvPicPr>
          <p:nvPr/>
        </p:nvPicPr>
        <p:blipFill>
          <a:blip r:embed="rId3"/>
          <a:stretch>
            <a:fillRect/>
          </a:stretch>
        </p:blipFill>
        <p:spPr>
          <a:xfrm>
            <a:off x="444642" y="2007279"/>
            <a:ext cx="3483887" cy="4211631"/>
          </a:xfrm>
          <a:prstGeom prst="rect">
            <a:avLst/>
          </a:prstGeom>
        </p:spPr>
      </p:pic>
      <p:sp>
        <p:nvSpPr>
          <p:cNvPr id="6" name="Content Placeholder 5">
            <a:extLst>
              <a:ext uri="{FF2B5EF4-FFF2-40B4-BE49-F238E27FC236}">
                <a16:creationId xmlns:a16="http://schemas.microsoft.com/office/drawing/2014/main" id="{4503EBA1-5ECB-152F-082E-D35D2033672F}"/>
              </a:ext>
            </a:extLst>
          </p:cNvPr>
          <p:cNvSpPr>
            <a:spLocks noGrp="1"/>
          </p:cNvSpPr>
          <p:nvPr>
            <p:ph sz="quarter" idx="14"/>
          </p:nvPr>
        </p:nvSpPr>
        <p:spPr>
          <a:xfrm>
            <a:off x="4314825" y="2758630"/>
            <a:ext cx="3657600" cy="498016"/>
          </a:xfrm>
        </p:spPr>
        <p:txBody>
          <a:bodyPr wrap="square" lIns="0" tIns="18000" rIns="0" bIns="18000" anchor="ctr">
            <a:spAutoFit/>
          </a:bodyPr>
          <a:lstStyle/>
          <a:p>
            <a:pPr indent="-101600"/>
            <a:r>
              <a:rPr lang="en-US" noProof="0" dirty="0"/>
              <a:t>Chapter 14</a:t>
            </a:r>
          </a:p>
        </p:txBody>
      </p:sp>
      <p:sp>
        <p:nvSpPr>
          <p:cNvPr id="8" name="Content Placeholder 7">
            <a:extLst>
              <a:ext uri="{FF2B5EF4-FFF2-40B4-BE49-F238E27FC236}">
                <a16:creationId xmlns:a16="http://schemas.microsoft.com/office/drawing/2014/main" id="{867D26DE-3068-F5C4-1D8E-DE6D246B8DB9}"/>
              </a:ext>
            </a:extLst>
          </p:cNvPr>
          <p:cNvSpPr>
            <a:spLocks noGrp="1"/>
          </p:cNvSpPr>
          <p:nvPr>
            <p:ph sz="quarter" idx="15"/>
          </p:nvPr>
        </p:nvSpPr>
        <p:spPr>
          <a:xfrm>
            <a:off x="4314825" y="3554465"/>
            <a:ext cx="4052798" cy="374906"/>
          </a:xfrm>
        </p:spPr>
        <p:txBody>
          <a:bodyPr wrap="square" lIns="0" tIns="18000" rIns="0" bIns="18000" anchor="ctr">
            <a:spAutoFit/>
          </a:bodyPr>
          <a:lstStyle/>
          <a:p>
            <a:pPr marL="0"/>
            <a:r>
              <a:rPr lang="en-US" noProof="0" dirty="0"/>
              <a:t>The Brain and Cranial Nerves</a:t>
            </a:r>
          </a:p>
        </p:txBody>
      </p:sp>
      <p:sp>
        <p:nvSpPr>
          <p:cNvPr id="9" name="Content Placeholder 8">
            <a:extLst>
              <a:ext uri="{FF2B5EF4-FFF2-40B4-BE49-F238E27FC236}">
                <a16:creationId xmlns:a16="http://schemas.microsoft.com/office/drawing/2014/main" id="{F6ECBE85-0CB1-FCF0-9AD7-1263BCB75BCD}"/>
              </a:ext>
            </a:extLst>
          </p:cNvPr>
          <p:cNvSpPr>
            <a:spLocks noGrp="1"/>
          </p:cNvSpPr>
          <p:nvPr>
            <p:ph sz="quarter" idx="17"/>
          </p:nvPr>
        </p:nvSpPr>
        <p:spPr>
          <a:xfrm>
            <a:off x="4314826" y="4225269"/>
            <a:ext cx="3876674" cy="775015"/>
          </a:xfrm>
        </p:spPr>
        <p:txBody>
          <a:bodyPr wrap="square" lIns="0" tIns="18000" rIns="0" bIns="18000" anchor="ctr">
            <a:spAutoFit/>
          </a:bodyPr>
          <a:lstStyle/>
          <a:p>
            <a:pPr marL="0" indent="0" algn="l">
              <a:spcBef>
                <a:spcPts val="600"/>
              </a:spcBef>
            </a:pPr>
            <a:r>
              <a:rPr lang="en-US" sz="1600" dirty="0">
                <a:latin typeface="Arial"/>
              </a:rPr>
              <a:t>Lecture Presentation by Dr. Virginia </a:t>
            </a:r>
            <a:r>
              <a:rPr lang="en-US" sz="1600" dirty="0" err="1">
                <a:latin typeface="Arial"/>
              </a:rPr>
              <a:t>Irintcheva</a:t>
            </a:r>
            <a:r>
              <a:rPr lang="en-US" sz="1600" dirty="0">
                <a:latin typeface="Arial"/>
              </a:rPr>
              <a:t>, Truckee Meadows Community College</a:t>
            </a:r>
          </a:p>
        </p:txBody>
      </p:sp>
      <p:pic>
        <p:nvPicPr>
          <p:cNvPr id="21" name="Picture 20" descr="Pearson Logo">
            <a:extLst>
              <a:ext uri="{FF2B5EF4-FFF2-40B4-BE49-F238E27FC236}">
                <a16:creationId xmlns:a16="http://schemas.microsoft.com/office/drawing/2014/main" id="{4BC053E9-47BC-1D55-4129-81FEFA94C2E7}"/>
              </a:ext>
            </a:extLst>
          </p:cNvPr>
          <p:cNvPicPr>
            <a:picLocks noChangeAspect="1"/>
          </p:cNvPicPr>
          <p:nvPr/>
        </p:nvPicPr>
        <p:blipFill>
          <a:blip r:embed="rId4"/>
          <a:stretch>
            <a:fillRect/>
          </a:stretch>
        </p:blipFill>
        <p:spPr>
          <a:xfrm>
            <a:off x="435802" y="6463316"/>
            <a:ext cx="875960" cy="276014"/>
          </a:xfrm>
          <a:prstGeom prst="rect">
            <a:avLst/>
          </a:prstGeom>
        </p:spPr>
      </p:pic>
      <p:sp>
        <p:nvSpPr>
          <p:cNvPr id="5" name="Content Placeholder 4">
            <a:extLst>
              <a:ext uri="{FF2B5EF4-FFF2-40B4-BE49-F238E27FC236}">
                <a16:creationId xmlns:a16="http://schemas.microsoft.com/office/drawing/2014/main" id="{0BFE8711-94A7-ACB4-596D-C5D680131142}"/>
              </a:ext>
            </a:extLst>
          </p:cNvPr>
          <p:cNvSpPr>
            <a:spLocks noGrp="1"/>
          </p:cNvSpPr>
          <p:nvPr>
            <p:ph sz="quarter" idx="18"/>
          </p:nvPr>
        </p:nvSpPr>
        <p:spPr>
          <a:xfrm>
            <a:off x="2097088" y="6483966"/>
            <a:ext cx="6589712" cy="221018"/>
          </a:xfrm>
          <a:noFill/>
          <a:ln>
            <a:noFill/>
          </a:ln>
        </p:spPr>
        <p:txBody>
          <a:bodyPr lIns="0" tIns="18000" rIns="0" bIns="18000" anchor="ctr" anchorCtr="0">
            <a:spAutoFit/>
          </a:bodyPr>
          <a:lstStyle/>
          <a:p>
            <a:pPr algn="r">
              <a:buNone/>
            </a:pPr>
            <a:r>
              <a:rPr lang="en-US" sz="1200" dirty="0">
                <a:latin typeface="Verdana" panose="020B0604030504040204" pitchFamily="34" charset="0"/>
                <a:ea typeface="Verdana" panose="020B0604030504040204" pitchFamily="34" charset="0"/>
              </a:rPr>
              <a:t>Copyright © 2024, 2018, 2015 Pearson Education, Inc. All Rights Reserved</a:t>
            </a:r>
          </a:p>
        </p:txBody>
      </p:sp>
    </p:spTree>
    <p:extLst>
      <p:ext uri="{BB962C8B-B14F-4D97-AF65-F5344CB8AC3E}">
        <p14:creationId xmlns:p14="http://schemas.microsoft.com/office/powerpoint/2010/main" val="16339089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0AD912-8EF2-4BD8-A87C-20C7322F06AA}"/>
              </a:ext>
            </a:extLst>
          </p:cNvPr>
          <p:cNvSpPr>
            <a:spLocks noGrp="1"/>
          </p:cNvSpPr>
          <p:nvPr>
            <p:ph type="title"/>
          </p:nvPr>
        </p:nvSpPr>
        <p:spPr>
          <a:xfrm>
            <a:off x="457200" y="170500"/>
            <a:ext cx="8229600" cy="590349"/>
          </a:xfrm>
        </p:spPr>
        <p:txBody>
          <a:bodyPr lIns="0" tIns="18000" rIns="0" bIns="18000" anchor="ctr">
            <a:spAutoFit/>
          </a:bodyPr>
          <a:lstStyle/>
          <a:p>
            <a:r>
              <a:rPr lang="en-US" noProof="0" dirty="0"/>
              <a:t>Learning Outcomes </a:t>
            </a:r>
            <a:r>
              <a:rPr lang="en-US" sz="2800" noProof="0" dirty="0"/>
              <a:t>(1 of 2)</a:t>
            </a:r>
          </a:p>
        </p:txBody>
      </p:sp>
      <p:sp>
        <p:nvSpPr>
          <p:cNvPr id="5" name="Content Placeholder 4">
            <a:extLst>
              <a:ext uri="{FF2B5EF4-FFF2-40B4-BE49-F238E27FC236}">
                <a16:creationId xmlns:a16="http://schemas.microsoft.com/office/drawing/2014/main" id="{9D121100-505B-4390-8EAB-8E81ECD541F1}"/>
              </a:ext>
            </a:extLst>
          </p:cNvPr>
          <p:cNvSpPr>
            <a:spLocks noGrp="1"/>
          </p:cNvSpPr>
          <p:nvPr>
            <p:ph sz="quarter" idx="13"/>
          </p:nvPr>
        </p:nvSpPr>
        <p:spPr>
          <a:xfrm>
            <a:off x="457200" y="967339"/>
            <a:ext cx="8232775" cy="5145443"/>
          </a:xfrm>
        </p:spPr>
        <p:txBody>
          <a:bodyPr lIns="0" tIns="18000" rIns="0" bIns="18000" anchor="ctr">
            <a:spAutoFit/>
          </a:bodyPr>
          <a:lstStyle/>
          <a:p>
            <a:pPr marL="802800" indent="-802800">
              <a:spcBef>
                <a:spcPts val="600"/>
              </a:spcBef>
              <a:buNone/>
            </a:pPr>
            <a:r>
              <a:rPr lang="en-US" sz="2400" b="1" noProof="0" dirty="0">
                <a:solidFill>
                  <a:srgbClr val="007FA3"/>
                </a:solidFill>
              </a:rPr>
              <a:t>14-1</a:t>
            </a:r>
            <a:r>
              <a:rPr lang="en-US" sz="2400" noProof="0" dirty="0"/>
              <a:t>	Name the major brain regions, vesicles, and ventricles, and describe the locations and functions of each.</a:t>
            </a:r>
          </a:p>
          <a:p>
            <a:pPr marL="802800" indent="-802800">
              <a:spcBef>
                <a:spcPts val="600"/>
              </a:spcBef>
              <a:buNone/>
            </a:pPr>
            <a:r>
              <a:rPr lang="en-US" sz="2400" b="1" noProof="0" dirty="0">
                <a:solidFill>
                  <a:srgbClr val="007FA3"/>
                </a:solidFill>
              </a:rPr>
              <a:t>14-2</a:t>
            </a:r>
            <a:r>
              <a:rPr lang="en-US" sz="2400" noProof="0" dirty="0"/>
              <a:t>	Explain how the brain is protected and supported, and discuss the formation, circulation, and function of cerebrospinal fluid.</a:t>
            </a:r>
          </a:p>
          <a:p>
            <a:pPr marL="802800" indent="-802800">
              <a:spcBef>
                <a:spcPts val="600"/>
              </a:spcBef>
              <a:buNone/>
            </a:pPr>
            <a:r>
              <a:rPr lang="en-US" sz="2400" b="1" noProof="0" dirty="0">
                <a:solidFill>
                  <a:srgbClr val="007FA3"/>
                </a:solidFill>
              </a:rPr>
              <a:t>14-3</a:t>
            </a:r>
            <a:r>
              <a:rPr lang="en-US" sz="2400" noProof="0" dirty="0"/>
              <a:t>	Describe the anatomical differences between the medulla oblongata and the spinal cord and identify the main components and functions of the medulla oblongata.</a:t>
            </a:r>
          </a:p>
          <a:p>
            <a:pPr marL="802800" indent="-802800">
              <a:spcBef>
                <a:spcPts val="600"/>
              </a:spcBef>
              <a:buNone/>
            </a:pPr>
            <a:r>
              <a:rPr lang="en-US" sz="2400" b="1" noProof="0" dirty="0">
                <a:solidFill>
                  <a:srgbClr val="007FA3"/>
                </a:solidFill>
              </a:rPr>
              <a:t>14-4</a:t>
            </a:r>
            <a:r>
              <a:rPr lang="en-US" sz="2400" noProof="0" dirty="0"/>
              <a:t>	List the main components of the pons and specify the functions of each.</a:t>
            </a:r>
          </a:p>
          <a:p>
            <a:pPr marL="802800" indent="-802800">
              <a:spcBef>
                <a:spcPts val="600"/>
              </a:spcBef>
              <a:buNone/>
            </a:pPr>
            <a:r>
              <a:rPr lang="en-US" sz="2400" b="1" noProof="0" dirty="0">
                <a:solidFill>
                  <a:srgbClr val="007FA3"/>
                </a:solidFill>
              </a:rPr>
              <a:t>14-5	</a:t>
            </a:r>
            <a:r>
              <a:rPr lang="en-US" sz="2400" dirty="0"/>
              <a:t>List the main components of the midbrain and specify the functions of each.</a:t>
            </a:r>
          </a:p>
        </p:txBody>
      </p:sp>
    </p:spTree>
    <p:extLst>
      <p:ext uri="{BB962C8B-B14F-4D97-AF65-F5344CB8AC3E}">
        <p14:creationId xmlns:p14="http://schemas.microsoft.com/office/powerpoint/2010/main" val="104531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45969-C182-4446-B6DE-728EC34D58AF}"/>
              </a:ext>
            </a:extLst>
          </p:cNvPr>
          <p:cNvSpPr>
            <a:spLocks noGrp="1"/>
          </p:cNvSpPr>
          <p:nvPr>
            <p:ph type="title"/>
          </p:nvPr>
        </p:nvSpPr>
        <p:spPr>
          <a:xfrm>
            <a:off x="457200" y="159323"/>
            <a:ext cx="8229600" cy="1144347"/>
          </a:xfrm>
        </p:spPr>
        <p:txBody>
          <a:bodyPr lIns="0" tIns="18000" rIns="0" bIns="18000" anchor="ctr">
            <a:spAutoFit/>
          </a:bodyPr>
          <a:lstStyle/>
          <a:p>
            <a:r>
              <a:rPr lang="en-US" noProof="0" dirty="0"/>
              <a:t>Introduction to the Brain and Cranial Nerves</a:t>
            </a:r>
            <a:endParaRPr lang="en-US" sz="2800" noProof="0" dirty="0"/>
          </a:p>
        </p:txBody>
      </p:sp>
      <p:sp>
        <p:nvSpPr>
          <p:cNvPr id="6" name="Content Placeholder 5">
            <a:extLst>
              <a:ext uri="{FF2B5EF4-FFF2-40B4-BE49-F238E27FC236}">
                <a16:creationId xmlns:a16="http://schemas.microsoft.com/office/drawing/2014/main" id="{A2E21D3B-5D31-4E7C-8CC8-A8C99E8BA789}"/>
              </a:ext>
            </a:extLst>
          </p:cNvPr>
          <p:cNvSpPr>
            <a:spLocks noGrp="1"/>
          </p:cNvSpPr>
          <p:nvPr>
            <p:ph sz="quarter" idx="14"/>
          </p:nvPr>
        </p:nvSpPr>
        <p:spPr>
          <a:xfrm>
            <a:off x="457200" y="1490571"/>
            <a:ext cx="8229600" cy="3634917"/>
          </a:xfrm>
        </p:spPr>
        <p:txBody>
          <a:bodyPr wrap="square" lIns="0" tIns="18000" rIns="0" bIns="18000" anchor="ctr">
            <a:spAutoFit/>
          </a:bodyPr>
          <a:lstStyle/>
          <a:p>
            <a:pPr marL="342900" indent="-342900">
              <a:spcBef>
                <a:spcPts val="600"/>
              </a:spcBef>
            </a:pPr>
            <a:r>
              <a:rPr lang="en-US" altLang="en-US" sz="2400" noProof="0" dirty="0">
                <a:solidFill>
                  <a:schemeClr val="tx1"/>
                </a:solidFill>
              </a:rPr>
              <a:t>The adult human </a:t>
            </a:r>
            <a:r>
              <a:rPr lang="en-US" altLang="en-US" sz="2400" b="1" noProof="0" dirty="0">
                <a:solidFill>
                  <a:schemeClr val="tx1"/>
                </a:solidFill>
              </a:rPr>
              <a:t>brain</a:t>
            </a:r>
            <a:r>
              <a:rPr lang="en-US" altLang="en-US" sz="2400" noProof="0" dirty="0">
                <a:solidFill>
                  <a:schemeClr val="tx1"/>
                </a:solidFill>
              </a:rPr>
              <a:t> contains almost 97 percent of body’s nervous tissue</a:t>
            </a:r>
          </a:p>
          <a:p>
            <a:pPr marL="829818" lvl="1" indent="-342900"/>
            <a:r>
              <a:rPr lang="en-US" altLang="en-US" sz="2400" noProof="0" dirty="0">
                <a:solidFill>
                  <a:schemeClr val="tx1"/>
                </a:solidFill>
              </a:rPr>
              <a:t>Average weight is 1.4 </a:t>
            </a:r>
            <a:r>
              <a:rPr lang="en-US" altLang="en-US" sz="2400" spc="-300" noProof="0" dirty="0">
                <a:solidFill>
                  <a:schemeClr val="tx1"/>
                </a:solidFill>
              </a:rPr>
              <a:t>k </a:t>
            </a:r>
            <a:r>
              <a:rPr lang="en-US" altLang="en-US" sz="2400" noProof="0" dirty="0">
                <a:solidFill>
                  <a:schemeClr val="tx1"/>
                </a:solidFill>
              </a:rPr>
              <a:t>g (3 </a:t>
            </a:r>
            <a:r>
              <a:rPr lang="en-US" altLang="en-US" sz="2400" spc="-300" noProof="0" dirty="0">
                <a:solidFill>
                  <a:schemeClr val="tx1"/>
                </a:solidFill>
              </a:rPr>
              <a:t>l </a:t>
            </a:r>
            <a:r>
              <a:rPr lang="en-US" altLang="en-US" sz="2400" noProof="0" dirty="0">
                <a:solidFill>
                  <a:schemeClr val="tx1"/>
                </a:solidFill>
              </a:rPr>
              <a:t>b)</a:t>
            </a:r>
          </a:p>
          <a:p>
            <a:pPr marL="829818" lvl="1" indent="-342900"/>
            <a:r>
              <a:rPr lang="en-US" altLang="en-US" sz="2400" noProof="0" dirty="0">
                <a:solidFill>
                  <a:schemeClr val="tx1"/>
                </a:solidFill>
              </a:rPr>
              <a:t>“Typical” volume is 1200 </a:t>
            </a:r>
            <a:r>
              <a:rPr lang="en-US" altLang="en-US" sz="2400" spc="-300" noProof="0" dirty="0">
                <a:solidFill>
                  <a:schemeClr val="tx1"/>
                </a:solidFill>
              </a:rPr>
              <a:t>m </a:t>
            </a:r>
            <a:r>
              <a:rPr lang="en-US" altLang="en-US" sz="2400" noProof="0" dirty="0">
                <a:solidFill>
                  <a:schemeClr val="tx1"/>
                </a:solidFill>
              </a:rPr>
              <a:t>L</a:t>
            </a:r>
          </a:p>
          <a:p>
            <a:pPr marL="1229868" lvl="2" indent="-342900"/>
            <a:r>
              <a:rPr lang="en-US" altLang="en-US" sz="2400" noProof="0" dirty="0">
                <a:solidFill>
                  <a:schemeClr val="tx1"/>
                </a:solidFill>
              </a:rPr>
              <a:t>Ranges from 750 to 2100 </a:t>
            </a:r>
            <a:r>
              <a:rPr lang="en-US" altLang="en-US" sz="2400" spc="-300" noProof="0" dirty="0">
                <a:solidFill>
                  <a:schemeClr val="tx1"/>
                </a:solidFill>
              </a:rPr>
              <a:t>m </a:t>
            </a:r>
            <a:r>
              <a:rPr lang="en-US" altLang="en-US" sz="2400" noProof="0" dirty="0">
                <a:solidFill>
                  <a:schemeClr val="tx1"/>
                </a:solidFill>
              </a:rPr>
              <a:t>L in functionally normal individuals</a:t>
            </a:r>
          </a:p>
          <a:p>
            <a:pPr marL="829818" lvl="1" indent="-342900"/>
            <a:r>
              <a:rPr lang="en-US" altLang="en-US" sz="2400" noProof="0" dirty="0">
                <a:solidFill>
                  <a:schemeClr val="tx1"/>
                </a:solidFill>
              </a:rPr>
              <a:t>Brains of males are about 10 percent larger than those of females</a:t>
            </a:r>
          </a:p>
          <a:p>
            <a:pPr marL="1229868" lvl="2" indent="-342900"/>
            <a:r>
              <a:rPr lang="en-US" altLang="en-US" sz="2400" noProof="0" dirty="0">
                <a:solidFill>
                  <a:schemeClr val="tx1"/>
                </a:solidFill>
              </a:rPr>
              <a:t>No correlation between brain size and intelligence</a:t>
            </a:r>
          </a:p>
        </p:txBody>
      </p:sp>
    </p:spTree>
    <p:extLst>
      <p:ext uri="{BB962C8B-B14F-4D97-AF65-F5344CB8AC3E}">
        <p14:creationId xmlns:p14="http://schemas.microsoft.com/office/powerpoint/2010/main" val="3870162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223443-75A5-3786-A78F-9CECB41689B6}"/>
              </a:ext>
            </a:extLst>
          </p:cNvPr>
          <p:cNvSpPr>
            <a:spLocks noGrp="1"/>
          </p:cNvSpPr>
          <p:nvPr>
            <p:ph type="title"/>
          </p:nvPr>
        </p:nvSpPr>
        <p:spPr>
          <a:xfrm>
            <a:off x="78826" y="-24939"/>
            <a:ext cx="8218487" cy="590349"/>
          </a:xfrm>
        </p:spPr>
        <p:txBody>
          <a:bodyPr wrap="square" lIns="0" tIns="18000" rIns="0" bIns="18000" anchor="ctr">
            <a:spAutoFit/>
          </a:bodyPr>
          <a:lstStyle/>
          <a:p>
            <a:r>
              <a:rPr lang="en-US" noProof="0" dirty="0"/>
              <a:t>Figure 14</a:t>
            </a:r>
            <a:r>
              <a:rPr lang="en-US" noProof="0" dirty="0">
                <a:latin typeface="Arial" panose="020B0604020202020204" pitchFamily="34" charset="0"/>
                <a:cs typeface="Arial" panose="020B0604020202020204" pitchFamily="34" charset="0"/>
              </a:rPr>
              <a:t>–</a:t>
            </a:r>
            <a:r>
              <a:rPr lang="en-US" noProof="0" dirty="0"/>
              <a:t>1</a:t>
            </a:r>
            <a:endParaRPr lang="en-US" sz="2800" noProof="0" dirty="0"/>
          </a:p>
        </p:txBody>
      </p:sp>
      <p:sp>
        <p:nvSpPr>
          <p:cNvPr id="4" name="Content Placeholder 3">
            <a:extLst>
              <a:ext uri="{FF2B5EF4-FFF2-40B4-BE49-F238E27FC236}">
                <a16:creationId xmlns:a16="http://schemas.microsoft.com/office/drawing/2014/main" id="{70E68251-E8E4-4B5D-1BE3-1B669A0FEAD2}"/>
              </a:ext>
            </a:extLst>
          </p:cNvPr>
          <p:cNvSpPr>
            <a:spLocks noGrp="1"/>
          </p:cNvSpPr>
          <p:nvPr>
            <p:ph sz="quarter" idx="13"/>
          </p:nvPr>
        </p:nvSpPr>
        <p:spPr>
          <a:xfrm>
            <a:off x="278523" y="576585"/>
            <a:ext cx="8218486" cy="332474"/>
          </a:xfrm>
        </p:spPr>
        <p:txBody>
          <a:bodyPr wrap="square" lIns="0" tIns="18000" rIns="0" bIns="18000" anchor="ctr">
            <a:spAutoFit/>
          </a:bodyPr>
          <a:lstStyle/>
          <a:p>
            <a:pPr marL="0" indent="0">
              <a:buNone/>
            </a:pPr>
            <a:r>
              <a:rPr lang="en-US" sz="2400" noProof="0" dirty="0"/>
              <a:t>An Introduction to Brain Structures and Functions</a:t>
            </a:r>
          </a:p>
        </p:txBody>
      </p:sp>
      <p:pic>
        <p:nvPicPr>
          <p:cNvPr id="7" name="Picture 6" descr="A figure consists of six parts labeled a to f, depicting the human brain with its different parts labeled. &#10;Long description is available in notes, press F6.">
            <a:extLst>
              <a:ext uri="{FF2B5EF4-FFF2-40B4-BE49-F238E27FC236}">
                <a16:creationId xmlns:a16="http://schemas.microsoft.com/office/drawing/2014/main" id="{02E91232-1A92-F33B-8DDD-C90E933249D9}"/>
              </a:ext>
            </a:extLst>
          </p:cNvPr>
          <p:cNvPicPr>
            <a:picLocks noChangeAspect="1"/>
          </p:cNvPicPr>
          <p:nvPr/>
        </p:nvPicPr>
        <p:blipFill rotWithShape="1">
          <a:blip r:embed="rId3"/>
          <a:srcRect b="1614"/>
          <a:stretch/>
        </p:blipFill>
        <p:spPr>
          <a:xfrm>
            <a:off x="1103586" y="1026821"/>
            <a:ext cx="6726621" cy="5510613"/>
          </a:xfrm>
          <a:prstGeom prst="rect">
            <a:avLst/>
          </a:prstGeom>
        </p:spPr>
      </p:pic>
    </p:spTree>
    <p:extLst>
      <p:ext uri="{BB962C8B-B14F-4D97-AF65-F5344CB8AC3E}">
        <p14:creationId xmlns:p14="http://schemas.microsoft.com/office/powerpoint/2010/main" val="16915334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A2FB0-31A8-132A-567E-797810C0DD63}"/>
              </a:ext>
            </a:extLst>
          </p:cNvPr>
          <p:cNvSpPr>
            <a:spLocks noGrp="1"/>
          </p:cNvSpPr>
          <p:nvPr>
            <p:ph type="title"/>
          </p:nvPr>
        </p:nvSpPr>
        <p:spPr>
          <a:xfrm>
            <a:off x="457200" y="161400"/>
            <a:ext cx="8218488" cy="590349"/>
          </a:xfrm>
        </p:spPr>
        <p:txBody>
          <a:bodyPr wrap="square" lIns="0" tIns="18000" rIns="0" bIns="18000" anchor="ctr">
            <a:spAutoFit/>
          </a:bodyPr>
          <a:lstStyle/>
          <a:p>
            <a:r>
              <a:rPr lang="en-US" noProof="0" dirty="0"/>
              <a:t>14</a:t>
            </a:r>
            <a:r>
              <a:rPr lang="en-US" sz="3600" b="1" noProof="0" dirty="0">
                <a:solidFill>
                  <a:srgbClr val="007FA3"/>
                </a:solidFill>
              </a:rPr>
              <a:t>-</a:t>
            </a:r>
            <a:r>
              <a:rPr lang="en-US" noProof="0" dirty="0"/>
              <a:t>4 The Pons </a:t>
            </a:r>
            <a:r>
              <a:rPr lang="en-US" sz="2800" noProof="0" dirty="0"/>
              <a:t>(1 of 2)</a:t>
            </a:r>
          </a:p>
        </p:txBody>
      </p:sp>
      <p:sp>
        <p:nvSpPr>
          <p:cNvPr id="3" name="Content Placeholder 2">
            <a:extLst>
              <a:ext uri="{FF2B5EF4-FFF2-40B4-BE49-F238E27FC236}">
                <a16:creationId xmlns:a16="http://schemas.microsoft.com/office/drawing/2014/main" id="{131A8015-F211-1BB4-8623-C81278FAEB9E}"/>
              </a:ext>
            </a:extLst>
          </p:cNvPr>
          <p:cNvSpPr>
            <a:spLocks noGrp="1"/>
          </p:cNvSpPr>
          <p:nvPr>
            <p:ph sz="quarter" idx="13"/>
          </p:nvPr>
        </p:nvSpPr>
        <p:spPr>
          <a:xfrm>
            <a:off x="457200" y="976196"/>
            <a:ext cx="8229599" cy="775015"/>
          </a:xfrm>
        </p:spPr>
        <p:txBody>
          <a:bodyPr wrap="square" lIns="0" tIns="18000" rIns="0" bIns="18000" anchor="ctr">
            <a:spAutoFit/>
          </a:bodyPr>
          <a:lstStyle/>
          <a:p>
            <a:pPr marL="0" indent="0">
              <a:spcBef>
                <a:spcPts val="600"/>
              </a:spcBef>
              <a:buNone/>
            </a:pPr>
            <a:r>
              <a:rPr lang="en-US" sz="2400" b="1" noProof="0" dirty="0"/>
              <a:t>Learning Outcome: </a:t>
            </a:r>
            <a:r>
              <a:rPr lang="en-US" sz="2400" noProof="0" dirty="0"/>
              <a:t>List the main components of the pons and specify the functions of each.</a:t>
            </a:r>
          </a:p>
        </p:txBody>
      </p:sp>
      <p:sp>
        <p:nvSpPr>
          <p:cNvPr id="4" name="Content Placeholder 3">
            <a:extLst>
              <a:ext uri="{FF2B5EF4-FFF2-40B4-BE49-F238E27FC236}">
                <a16:creationId xmlns:a16="http://schemas.microsoft.com/office/drawing/2014/main" id="{E54597D1-2315-D4A2-F5A6-BFCFF5F97A12}"/>
              </a:ext>
            </a:extLst>
          </p:cNvPr>
          <p:cNvSpPr>
            <a:spLocks noGrp="1"/>
          </p:cNvSpPr>
          <p:nvPr>
            <p:ph sz="quarter" idx="14"/>
          </p:nvPr>
        </p:nvSpPr>
        <p:spPr>
          <a:xfrm>
            <a:off x="442559" y="1927149"/>
            <a:ext cx="8218488" cy="851959"/>
          </a:xfrm>
        </p:spPr>
        <p:txBody>
          <a:bodyPr wrap="square" lIns="0" tIns="18000" rIns="0" bIns="18000" anchor="ctr">
            <a:spAutoFit/>
          </a:bodyPr>
          <a:lstStyle/>
          <a:p>
            <a:pPr marL="342900" indent="-342900">
              <a:spcBef>
                <a:spcPts val="600"/>
              </a:spcBef>
            </a:pPr>
            <a:r>
              <a:rPr lang="en-US" sz="2400" noProof="0" dirty="0"/>
              <a:t>The </a:t>
            </a:r>
            <a:r>
              <a:rPr lang="en-US" sz="2400" b="1" noProof="0" dirty="0"/>
              <a:t>pons</a:t>
            </a:r>
            <a:r>
              <a:rPr lang="en-US" sz="2400" noProof="0" dirty="0"/>
              <a:t> contains:</a:t>
            </a:r>
          </a:p>
          <a:p>
            <a:pPr marL="829818" lvl="1" indent="-342900"/>
            <a:r>
              <a:rPr lang="en-US" sz="2400" noProof="0" dirty="0"/>
              <a:t>Sensory and motor nuclei of cranial nerves </a:t>
            </a:r>
          </a:p>
        </p:txBody>
      </p:sp>
      <p:graphicFrame>
        <p:nvGraphicFramePr>
          <p:cNvPr id="6" name="Object 5" descr="Open parenthesis roman five, roman six, roman seven, roman eight close parenthesis">
            <a:extLst>
              <a:ext uri="{FF2B5EF4-FFF2-40B4-BE49-F238E27FC236}">
                <a16:creationId xmlns:a16="http://schemas.microsoft.com/office/drawing/2014/main" id="{8234819A-F0FE-EE4B-9920-37E144B942B3}"/>
              </a:ext>
            </a:extLst>
          </p:cNvPr>
          <p:cNvGraphicFramePr>
            <a:graphicFrameLocks noChangeAspect="1"/>
          </p:cNvGraphicFramePr>
          <p:nvPr/>
        </p:nvGraphicFramePr>
        <p:xfrm>
          <a:off x="1276898" y="2872821"/>
          <a:ext cx="1786413" cy="445294"/>
        </p:xfrm>
        <a:graphic>
          <a:graphicData uri="http://schemas.openxmlformats.org/presentationml/2006/ole">
            <mc:AlternateContent xmlns:mc="http://schemas.openxmlformats.org/markup-compatibility/2006">
              <mc:Choice xmlns:v="urn:schemas-microsoft-com:vml" Requires="v">
                <p:oleObj name="Equation" r:id="rId2" imgW="1041120" imgH="253800" progId="Equation.DSMT4">
                  <p:embed/>
                </p:oleObj>
              </mc:Choice>
              <mc:Fallback>
                <p:oleObj name="Equation" r:id="rId2" imgW="1041120" imgH="253800" progId="Equation.DSMT4">
                  <p:embed/>
                  <p:pic>
                    <p:nvPicPr>
                      <p:cNvPr id="6" name="Object 5" descr="Open parenthesis roman five, roman six, roman seven, roman eight close parenthesis">
                        <a:extLst>
                          <a:ext uri="{FF2B5EF4-FFF2-40B4-BE49-F238E27FC236}">
                            <a16:creationId xmlns:a16="http://schemas.microsoft.com/office/drawing/2014/main" id="{8234819A-F0FE-EE4B-9920-37E144B942B3}"/>
                          </a:ext>
                        </a:extLst>
                      </p:cNvPr>
                      <p:cNvPicPr>
                        <a:picLocks noChangeAspect="1" noChangeArrowheads="1"/>
                      </p:cNvPicPr>
                      <p:nvPr/>
                    </p:nvPicPr>
                    <p:blipFill>
                      <a:blip r:embed="rId3"/>
                      <a:srcRect/>
                      <a:stretch>
                        <a:fillRect/>
                      </a:stretch>
                    </p:blipFill>
                    <p:spPr bwMode="auto">
                      <a:xfrm>
                        <a:off x="1276898" y="2872821"/>
                        <a:ext cx="1786413" cy="4452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 name="Content Placeholder 4">
            <a:extLst>
              <a:ext uri="{FF2B5EF4-FFF2-40B4-BE49-F238E27FC236}">
                <a16:creationId xmlns:a16="http://schemas.microsoft.com/office/drawing/2014/main" id="{F0B96754-CC76-64BA-E9EC-7390F63BA5C9}"/>
              </a:ext>
            </a:extLst>
          </p:cNvPr>
          <p:cNvSpPr>
            <a:spLocks noGrp="1"/>
          </p:cNvSpPr>
          <p:nvPr>
            <p:ph sz="quarter" idx="15"/>
          </p:nvPr>
        </p:nvSpPr>
        <p:spPr>
          <a:xfrm>
            <a:off x="457200" y="3448701"/>
            <a:ext cx="8229598" cy="818716"/>
          </a:xfrm>
        </p:spPr>
        <p:txBody>
          <a:bodyPr wrap="square" lIns="0" tIns="18000" rIns="0" bIns="18000" anchor="ctr">
            <a:spAutoFit/>
          </a:bodyPr>
          <a:lstStyle/>
          <a:p>
            <a:pPr marL="829818" lvl="1" indent="-342900"/>
            <a:r>
              <a:rPr lang="en-US" sz="2400" noProof="0" dirty="0"/>
              <a:t>Nuclei involved with the control of respiration</a:t>
            </a:r>
          </a:p>
          <a:p>
            <a:pPr marL="1229868" lvl="2" indent="-342900"/>
            <a:r>
              <a:rPr lang="en-US" sz="2400" noProof="0" dirty="0"/>
              <a:t>Apneustic center and </a:t>
            </a:r>
            <a:r>
              <a:rPr lang="en-US" sz="2400" noProof="0" dirty="0" err="1"/>
              <a:t>pneumotaxic</a:t>
            </a:r>
            <a:r>
              <a:rPr lang="en-US" sz="2400" noProof="0" dirty="0"/>
              <a:t> center</a:t>
            </a:r>
          </a:p>
        </p:txBody>
      </p:sp>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6C743C6B-432D-B3C3-D29D-33CA020121A0}"/>
                  </a:ext>
                </a:extLst>
              </p14:cNvPr>
              <p14:cNvContentPartPr/>
              <p14:nvPr/>
            </p14:nvContentPartPr>
            <p14:xfrm>
              <a:off x="2182072" y="4266886"/>
              <a:ext cx="244080" cy="539280"/>
            </p14:xfrm>
          </p:contentPart>
        </mc:Choice>
        <mc:Fallback xmlns="">
          <p:pic>
            <p:nvPicPr>
              <p:cNvPr id="7" name="Ink 6">
                <a:extLst>
                  <a:ext uri="{FF2B5EF4-FFF2-40B4-BE49-F238E27FC236}">
                    <a16:creationId xmlns:a16="http://schemas.microsoft.com/office/drawing/2014/main" id="{6C743C6B-432D-B3C3-D29D-33CA020121A0}"/>
                  </a:ext>
                </a:extLst>
              </p:cNvPr>
              <p:cNvPicPr/>
              <p:nvPr/>
            </p:nvPicPr>
            <p:blipFill>
              <a:blip r:embed="rId5"/>
              <a:stretch>
                <a:fillRect/>
              </a:stretch>
            </p:blipFill>
            <p:spPr>
              <a:xfrm>
                <a:off x="2164072" y="4249246"/>
                <a:ext cx="279720" cy="574920"/>
              </a:xfrm>
              <a:prstGeom prst="rect">
                <a:avLst/>
              </a:prstGeom>
            </p:spPr>
          </p:pic>
        </mc:Fallback>
      </mc:AlternateContent>
      <p:grpSp>
        <p:nvGrpSpPr>
          <p:cNvPr id="30" name="Group 29">
            <a:extLst>
              <a:ext uri="{FF2B5EF4-FFF2-40B4-BE49-F238E27FC236}">
                <a16:creationId xmlns:a16="http://schemas.microsoft.com/office/drawing/2014/main" id="{68D4E44A-FCF4-2DA3-C1EA-66FB41B3860B}"/>
              </a:ext>
            </a:extLst>
          </p:cNvPr>
          <p:cNvGrpSpPr/>
          <p:nvPr/>
        </p:nvGrpSpPr>
        <p:grpSpPr>
          <a:xfrm>
            <a:off x="1739632" y="4994806"/>
            <a:ext cx="1983960" cy="1111320"/>
            <a:chOff x="1739632" y="4994806"/>
            <a:chExt cx="1983960" cy="1111320"/>
          </a:xfrm>
        </p:grpSpPr>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E3005E43-C5B2-9D07-4B68-7947E3F655DC}"/>
                    </a:ext>
                  </a:extLst>
                </p14:cNvPr>
                <p14:cNvContentPartPr/>
                <p14:nvPr/>
              </p14:nvContentPartPr>
              <p14:xfrm>
                <a:off x="1739632" y="5191006"/>
                <a:ext cx="194400" cy="466200"/>
              </p14:xfrm>
            </p:contentPart>
          </mc:Choice>
          <mc:Fallback xmlns="">
            <p:pic>
              <p:nvPicPr>
                <p:cNvPr id="8" name="Ink 7">
                  <a:extLst>
                    <a:ext uri="{FF2B5EF4-FFF2-40B4-BE49-F238E27FC236}">
                      <a16:creationId xmlns:a16="http://schemas.microsoft.com/office/drawing/2014/main" id="{E3005E43-C5B2-9D07-4B68-7947E3F655DC}"/>
                    </a:ext>
                  </a:extLst>
                </p:cNvPr>
                <p:cNvPicPr/>
                <p:nvPr/>
              </p:nvPicPr>
              <p:blipFill>
                <a:blip r:embed="rId7"/>
                <a:stretch>
                  <a:fillRect/>
                </a:stretch>
              </p:blipFill>
              <p:spPr>
                <a:xfrm>
                  <a:off x="1721632" y="5173366"/>
                  <a:ext cx="230040" cy="5018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 8">
                  <a:extLst>
                    <a:ext uri="{FF2B5EF4-FFF2-40B4-BE49-F238E27FC236}">
                      <a16:creationId xmlns:a16="http://schemas.microsoft.com/office/drawing/2014/main" id="{25770949-F91F-43D6-C547-AAD4FF40B5B3}"/>
                    </a:ext>
                  </a:extLst>
                </p14:cNvPr>
                <p14:cNvContentPartPr/>
                <p14:nvPr/>
              </p14:nvContentPartPr>
              <p14:xfrm>
                <a:off x="2019712" y="5187406"/>
                <a:ext cx="144000" cy="170280"/>
              </p14:xfrm>
            </p:contentPart>
          </mc:Choice>
          <mc:Fallback xmlns="">
            <p:pic>
              <p:nvPicPr>
                <p:cNvPr id="9" name="Ink 8">
                  <a:extLst>
                    <a:ext uri="{FF2B5EF4-FFF2-40B4-BE49-F238E27FC236}">
                      <a16:creationId xmlns:a16="http://schemas.microsoft.com/office/drawing/2014/main" id="{25770949-F91F-43D6-C547-AAD4FF40B5B3}"/>
                    </a:ext>
                  </a:extLst>
                </p:cNvPr>
                <p:cNvPicPr/>
                <p:nvPr/>
              </p:nvPicPr>
              <p:blipFill>
                <a:blip r:embed="rId9"/>
                <a:stretch>
                  <a:fillRect/>
                </a:stretch>
              </p:blipFill>
              <p:spPr>
                <a:xfrm>
                  <a:off x="2002072" y="5169406"/>
                  <a:ext cx="179640" cy="2059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 9">
                  <a:extLst>
                    <a:ext uri="{FF2B5EF4-FFF2-40B4-BE49-F238E27FC236}">
                      <a16:creationId xmlns:a16="http://schemas.microsoft.com/office/drawing/2014/main" id="{1EBBA7D0-1FAD-A8EE-6C22-106C7A5A118B}"/>
                    </a:ext>
                  </a:extLst>
                </p14:cNvPr>
                <p14:cNvContentPartPr/>
                <p14:nvPr/>
              </p14:nvContentPartPr>
              <p14:xfrm>
                <a:off x="2213752" y="4994806"/>
                <a:ext cx="21960" cy="330480"/>
              </p14:xfrm>
            </p:contentPart>
          </mc:Choice>
          <mc:Fallback xmlns="">
            <p:pic>
              <p:nvPicPr>
                <p:cNvPr id="10" name="Ink 9">
                  <a:extLst>
                    <a:ext uri="{FF2B5EF4-FFF2-40B4-BE49-F238E27FC236}">
                      <a16:creationId xmlns:a16="http://schemas.microsoft.com/office/drawing/2014/main" id="{1EBBA7D0-1FAD-A8EE-6C22-106C7A5A118B}"/>
                    </a:ext>
                  </a:extLst>
                </p:cNvPr>
                <p:cNvPicPr/>
                <p:nvPr/>
              </p:nvPicPr>
              <p:blipFill>
                <a:blip r:embed="rId11"/>
                <a:stretch>
                  <a:fillRect/>
                </a:stretch>
              </p:blipFill>
              <p:spPr>
                <a:xfrm>
                  <a:off x="2195752" y="4977166"/>
                  <a:ext cx="5760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 10">
                  <a:extLst>
                    <a:ext uri="{FF2B5EF4-FFF2-40B4-BE49-F238E27FC236}">
                      <a16:creationId xmlns:a16="http://schemas.microsoft.com/office/drawing/2014/main" id="{A08E5CAB-C698-9F70-85D7-35D5FA522C5B}"/>
                    </a:ext>
                  </a:extLst>
                </p14:cNvPr>
                <p14:cNvContentPartPr/>
                <p14:nvPr/>
              </p14:nvContentPartPr>
              <p14:xfrm>
                <a:off x="2307352" y="5176966"/>
                <a:ext cx="60840" cy="151920"/>
              </p14:xfrm>
            </p:contentPart>
          </mc:Choice>
          <mc:Fallback xmlns="">
            <p:pic>
              <p:nvPicPr>
                <p:cNvPr id="11" name="Ink 10">
                  <a:extLst>
                    <a:ext uri="{FF2B5EF4-FFF2-40B4-BE49-F238E27FC236}">
                      <a16:creationId xmlns:a16="http://schemas.microsoft.com/office/drawing/2014/main" id="{A08E5CAB-C698-9F70-85D7-35D5FA522C5B}"/>
                    </a:ext>
                  </a:extLst>
                </p:cNvPr>
                <p:cNvPicPr/>
                <p:nvPr/>
              </p:nvPicPr>
              <p:blipFill>
                <a:blip r:embed="rId13"/>
                <a:stretch>
                  <a:fillRect/>
                </a:stretch>
              </p:blipFill>
              <p:spPr>
                <a:xfrm>
                  <a:off x="2289712" y="5158966"/>
                  <a:ext cx="9648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 11">
                  <a:extLst>
                    <a:ext uri="{FF2B5EF4-FFF2-40B4-BE49-F238E27FC236}">
                      <a16:creationId xmlns:a16="http://schemas.microsoft.com/office/drawing/2014/main" id="{6FB3EA08-4609-935F-519D-ABBAEB78303B}"/>
                    </a:ext>
                  </a:extLst>
                </p14:cNvPr>
                <p14:cNvContentPartPr/>
                <p14:nvPr/>
              </p14:nvContentPartPr>
              <p14:xfrm>
                <a:off x="2418952" y="5171926"/>
                <a:ext cx="97560" cy="159120"/>
              </p14:xfrm>
            </p:contentPart>
          </mc:Choice>
          <mc:Fallback xmlns="">
            <p:pic>
              <p:nvPicPr>
                <p:cNvPr id="12" name="Ink 11">
                  <a:extLst>
                    <a:ext uri="{FF2B5EF4-FFF2-40B4-BE49-F238E27FC236}">
                      <a16:creationId xmlns:a16="http://schemas.microsoft.com/office/drawing/2014/main" id="{6FB3EA08-4609-935F-519D-ABBAEB78303B}"/>
                    </a:ext>
                  </a:extLst>
                </p:cNvPr>
                <p:cNvPicPr/>
                <p:nvPr/>
              </p:nvPicPr>
              <p:blipFill>
                <a:blip r:embed="rId15"/>
                <a:stretch>
                  <a:fillRect/>
                </a:stretch>
              </p:blipFill>
              <p:spPr>
                <a:xfrm>
                  <a:off x="2401312" y="5153926"/>
                  <a:ext cx="133200" cy="1947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 12">
                  <a:extLst>
                    <a:ext uri="{FF2B5EF4-FFF2-40B4-BE49-F238E27FC236}">
                      <a16:creationId xmlns:a16="http://schemas.microsoft.com/office/drawing/2014/main" id="{E88C87A3-571E-F132-A366-58C28DCF3141}"/>
                    </a:ext>
                  </a:extLst>
                </p14:cNvPr>
                <p14:cNvContentPartPr/>
                <p14:nvPr/>
              </p14:nvContentPartPr>
              <p14:xfrm>
                <a:off x="2613352" y="5176606"/>
                <a:ext cx="111600" cy="383760"/>
              </p14:xfrm>
            </p:contentPart>
          </mc:Choice>
          <mc:Fallback xmlns="">
            <p:pic>
              <p:nvPicPr>
                <p:cNvPr id="13" name="Ink 12">
                  <a:extLst>
                    <a:ext uri="{FF2B5EF4-FFF2-40B4-BE49-F238E27FC236}">
                      <a16:creationId xmlns:a16="http://schemas.microsoft.com/office/drawing/2014/main" id="{E88C87A3-571E-F132-A366-58C28DCF3141}"/>
                    </a:ext>
                  </a:extLst>
                </p:cNvPr>
                <p:cNvPicPr/>
                <p:nvPr/>
              </p:nvPicPr>
              <p:blipFill>
                <a:blip r:embed="rId17"/>
                <a:stretch>
                  <a:fillRect/>
                </a:stretch>
              </p:blipFill>
              <p:spPr>
                <a:xfrm>
                  <a:off x="2595352" y="5158966"/>
                  <a:ext cx="1472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4" name="Ink 13">
                  <a:extLst>
                    <a:ext uri="{FF2B5EF4-FFF2-40B4-BE49-F238E27FC236}">
                      <a16:creationId xmlns:a16="http://schemas.microsoft.com/office/drawing/2014/main" id="{60D4FAC1-8CCE-D11B-BE4C-D37DBB14CBB4}"/>
                    </a:ext>
                  </a:extLst>
                </p14:cNvPr>
                <p14:cNvContentPartPr/>
                <p14:nvPr/>
              </p14:nvContentPartPr>
              <p14:xfrm>
                <a:off x="2728192" y="5035486"/>
                <a:ext cx="125640" cy="238680"/>
              </p14:xfrm>
            </p:contentPart>
          </mc:Choice>
          <mc:Fallback xmlns="">
            <p:pic>
              <p:nvPicPr>
                <p:cNvPr id="14" name="Ink 13">
                  <a:extLst>
                    <a:ext uri="{FF2B5EF4-FFF2-40B4-BE49-F238E27FC236}">
                      <a16:creationId xmlns:a16="http://schemas.microsoft.com/office/drawing/2014/main" id="{60D4FAC1-8CCE-D11B-BE4C-D37DBB14CBB4}"/>
                    </a:ext>
                  </a:extLst>
                </p:cNvPr>
                <p:cNvPicPr/>
                <p:nvPr/>
              </p:nvPicPr>
              <p:blipFill>
                <a:blip r:embed="rId19"/>
                <a:stretch>
                  <a:fillRect/>
                </a:stretch>
              </p:blipFill>
              <p:spPr>
                <a:xfrm>
                  <a:off x="2710552" y="5017846"/>
                  <a:ext cx="161280" cy="274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6F129451-2C6C-33AA-AEAD-5E69843144C7}"/>
                    </a:ext>
                  </a:extLst>
                </p14:cNvPr>
                <p14:cNvContentPartPr/>
                <p14:nvPr/>
              </p14:nvContentPartPr>
              <p14:xfrm>
                <a:off x="2157952" y="5803366"/>
                <a:ext cx="23400" cy="147600"/>
              </p14:xfrm>
            </p:contentPart>
          </mc:Choice>
          <mc:Fallback xmlns="">
            <p:pic>
              <p:nvPicPr>
                <p:cNvPr id="15" name="Ink 14">
                  <a:extLst>
                    <a:ext uri="{FF2B5EF4-FFF2-40B4-BE49-F238E27FC236}">
                      <a16:creationId xmlns:a16="http://schemas.microsoft.com/office/drawing/2014/main" id="{6F129451-2C6C-33AA-AEAD-5E69843144C7}"/>
                    </a:ext>
                  </a:extLst>
                </p:cNvPr>
                <p:cNvPicPr/>
                <p:nvPr/>
              </p:nvPicPr>
              <p:blipFill>
                <a:blip r:embed="rId21"/>
                <a:stretch>
                  <a:fillRect/>
                </a:stretch>
              </p:blipFill>
              <p:spPr>
                <a:xfrm>
                  <a:off x="2140312" y="5785366"/>
                  <a:ext cx="59040"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C6131350-82F7-7A23-E15F-38600024555D}"/>
                    </a:ext>
                  </a:extLst>
                </p14:cNvPr>
                <p14:cNvContentPartPr/>
                <p14:nvPr/>
              </p14:nvContentPartPr>
              <p14:xfrm>
                <a:off x="2192152" y="5615446"/>
                <a:ext cx="14400" cy="57240"/>
              </p14:xfrm>
            </p:contentPart>
          </mc:Choice>
          <mc:Fallback xmlns="">
            <p:pic>
              <p:nvPicPr>
                <p:cNvPr id="16" name="Ink 15">
                  <a:extLst>
                    <a:ext uri="{FF2B5EF4-FFF2-40B4-BE49-F238E27FC236}">
                      <a16:creationId xmlns:a16="http://schemas.microsoft.com/office/drawing/2014/main" id="{C6131350-82F7-7A23-E15F-38600024555D}"/>
                    </a:ext>
                  </a:extLst>
                </p:cNvPr>
                <p:cNvPicPr/>
                <p:nvPr/>
              </p:nvPicPr>
              <p:blipFill>
                <a:blip r:embed="rId23"/>
                <a:stretch>
                  <a:fillRect/>
                </a:stretch>
              </p:blipFill>
              <p:spPr>
                <a:xfrm>
                  <a:off x="2174512" y="5597806"/>
                  <a:ext cx="5004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1BAC6808-41AA-7BE0-EE1F-CE14F778A4BC}"/>
                    </a:ext>
                  </a:extLst>
                </p14:cNvPr>
                <p14:cNvContentPartPr/>
                <p14:nvPr/>
              </p14:nvContentPartPr>
              <p14:xfrm>
                <a:off x="2285752" y="5796166"/>
                <a:ext cx="116280" cy="126720"/>
              </p14:xfrm>
            </p:contentPart>
          </mc:Choice>
          <mc:Fallback xmlns="">
            <p:pic>
              <p:nvPicPr>
                <p:cNvPr id="17" name="Ink 16">
                  <a:extLst>
                    <a:ext uri="{FF2B5EF4-FFF2-40B4-BE49-F238E27FC236}">
                      <a16:creationId xmlns:a16="http://schemas.microsoft.com/office/drawing/2014/main" id="{1BAC6808-41AA-7BE0-EE1F-CE14F778A4BC}"/>
                    </a:ext>
                  </a:extLst>
                </p:cNvPr>
                <p:cNvPicPr/>
                <p:nvPr/>
              </p:nvPicPr>
              <p:blipFill>
                <a:blip r:embed="rId25"/>
                <a:stretch>
                  <a:fillRect/>
                </a:stretch>
              </p:blipFill>
              <p:spPr>
                <a:xfrm>
                  <a:off x="2267752" y="5778166"/>
                  <a:ext cx="151920" cy="162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E8230C40-445A-A8D2-4C31-C1F72431859A}"/>
                    </a:ext>
                  </a:extLst>
                </p14:cNvPr>
                <p14:cNvContentPartPr/>
                <p14:nvPr/>
              </p14:nvContentPartPr>
              <p14:xfrm>
                <a:off x="2462152" y="5759806"/>
                <a:ext cx="78840" cy="176760"/>
              </p14:xfrm>
            </p:contentPart>
          </mc:Choice>
          <mc:Fallback xmlns="">
            <p:pic>
              <p:nvPicPr>
                <p:cNvPr id="18" name="Ink 17">
                  <a:extLst>
                    <a:ext uri="{FF2B5EF4-FFF2-40B4-BE49-F238E27FC236}">
                      <a16:creationId xmlns:a16="http://schemas.microsoft.com/office/drawing/2014/main" id="{E8230C40-445A-A8D2-4C31-C1F72431859A}"/>
                    </a:ext>
                  </a:extLst>
                </p:cNvPr>
                <p:cNvPicPr/>
                <p:nvPr/>
              </p:nvPicPr>
              <p:blipFill>
                <a:blip r:embed="rId27"/>
                <a:stretch>
                  <a:fillRect/>
                </a:stretch>
              </p:blipFill>
              <p:spPr>
                <a:xfrm>
                  <a:off x="2444512" y="5741806"/>
                  <a:ext cx="114480" cy="2124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67E73A1B-3782-8B0E-1A51-E6D4C7D7855C}"/>
                    </a:ext>
                  </a:extLst>
                </p14:cNvPr>
                <p14:cNvContentPartPr/>
                <p14:nvPr/>
              </p14:nvContentPartPr>
              <p14:xfrm>
                <a:off x="2604712" y="5688526"/>
                <a:ext cx="118080" cy="417600"/>
              </p14:xfrm>
            </p:contentPart>
          </mc:Choice>
          <mc:Fallback xmlns="">
            <p:pic>
              <p:nvPicPr>
                <p:cNvPr id="19" name="Ink 18">
                  <a:extLst>
                    <a:ext uri="{FF2B5EF4-FFF2-40B4-BE49-F238E27FC236}">
                      <a16:creationId xmlns:a16="http://schemas.microsoft.com/office/drawing/2014/main" id="{67E73A1B-3782-8B0E-1A51-E6D4C7D7855C}"/>
                    </a:ext>
                  </a:extLst>
                </p:cNvPr>
                <p:cNvPicPr/>
                <p:nvPr/>
              </p:nvPicPr>
              <p:blipFill>
                <a:blip r:embed="rId29"/>
                <a:stretch>
                  <a:fillRect/>
                </a:stretch>
              </p:blipFill>
              <p:spPr>
                <a:xfrm>
                  <a:off x="2586712" y="5670526"/>
                  <a:ext cx="153720"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C0F8AE99-08D5-12C2-94BF-5CEBD6C17A4B}"/>
                    </a:ext>
                  </a:extLst>
                </p14:cNvPr>
                <p14:cNvContentPartPr/>
                <p14:nvPr/>
              </p14:nvContentPartPr>
              <p14:xfrm>
                <a:off x="2769952" y="5745046"/>
                <a:ext cx="12960" cy="129600"/>
              </p14:xfrm>
            </p:contentPart>
          </mc:Choice>
          <mc:Fallback xmlns="">
            <p:pic>
              <p:nvPicPr>
                <p:cNvPr id="20" name="Ink 19">
                  <a:extLst>
                    <a:ext uri="{FF2B5EF4-FFF2-40B4-BE49-F238E27FC236}">
                      <a16:creationId xmlns:a16="http://schemas.microsoft.com/office/drawing/2014/main" id="{C0F8AE99-08D5-12C2-94BF-5CEBD6C17A4B}"/>
                    </a:ext>
                  </a:extLst>
                </p:cNvPr>
                <p:cNvPicPr/>
                <p:nvPr/>
              </p:nvPicPr>
              <p:blipFill>
                <a:blip r:embed="rId31"/>
                <a:stretch>
                  <a:fillRect/>
                </a:stretch>
              </p:blipFill>
              <p:spPr>
                <a:xfrm>
                  <a:off x="2751952" y="5727046"/>
                  <a:ext cx="48600" cy="1652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E278D377-94DE-7B0C-5E26-1C4445134D09}"/>
                    </a:ext>
                  </a:extLst>
                </p14:cNvPr>
                <p14:cNvContentPartPr/>
                <p14:nvPr/>
              </p14:nvContentPartPr>
              <p14:xfrm>
                <a:off x="2739712" y="5585926"/>
                <a:ext cx="32040" cy="72000"/>
              </p14:xfrm>
            </p:contentPart>
          </mc:Choice>
          <mc:Fallback xmlns="">
            <p:pic>
              <p:nvPicPr>
                <p:cNvPr id="21" name="Ink 20">
                  <a:extLst>
                    <a:ext uri="{FF2B5EF4-FFF2-40B4-BE49-F238E27FC236}">
                      <a16:creationId xmlns:a16="http://schemas.microsoft.com/office/drawing/2014/main" id="{E278D377-94DE-7B0C-5E26-1C4445134D09}"/>
                    </a:ext>
                  </a:extLst>
                </p:cNvPr>
                <p:cNvPicPr/>
                <p:nvPr/>
              </p:nvPicPr>
              <p:blipFill>
                <a:blip r:embed="rId33"/>
                <a:stretch>
                  <a:fillRect/>
                </a:stretch>
              </p:blipFill>
              <p:spPr>
                <a:xfrm>
                  <a:off x="2721712" y="5568286"/>
                  <a:ext cx="67680" cy="1076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C64F0476-C809-889D-579A-2E8641AB85D3}"/>
                    </a:ext>
                  </a:extLst>
                </p14:cNvPr>
                <p14:cNvContentPartPr/>
                <p14:nvPr/>
              </p14:nvContentPartPr>
              <p14:xfrm>
                <a:off x="2854552" y="5686726"/>
                <a:ext cx="233640" cy="153360"/>
              </p14:xfrm>
            </p:contentPart>
          </mc:Choice>
          <mc:Fallback xmlns="">
            <p:pic>
              <p:nvPicPr>
                <p:cNvPr id="23" name="Ink 22">
                  <a:extLst>
                    <a:ext uri="{FF2B5EF4-FFF2-40B4-BE49-F238E27FC236}">
                      <a16:creationId xmlns:a16="http://schemas.microsoft.com/office/drawing/2014/main" id="{C64F0476-C809-889D-579A-2E8641AB85D3}"/>
                    </a:ext>
                  </a:extLst>
                </p:cNvPr>
                <p:cNvPicPr/>
                <p:nvPr/>
              </p:nvPicPr>
              <p:blipFill>
                <a:blip r:embed="rId35"/>
                <a:stretch>
                  <a:fillRect/>
                </a:stretch>
              </p:blipFill>
              <p:spPr>
                <a:xfrm>
                  <a:off x="2836552" y="5669086"/>
                  <a:ext cx="269280" cy="189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4" name="Ink 23">
                  <a:extLst>
                    <a:ext uri="{FF2B5EF4-FFF2-40B4-BE49-F238E27FC236}">
                      <a16:creationId xmlns:a16="http://schemas.microsoft.com/office/drawing/2014/main" id="{62FF17DB-3261-D2F3-A9AD-B686985C0DFF}"/>
                    </a:ext>
                  </a:extLst>
                </p14:cNvPr>
                <p14:cNvContentPartPr/>
                <p14:nvPr/>
              </p14:nvContentPartPr>
              <p14:xfrm>
                <a:off x="3149752" y="5542366"/>
                <a:ext cx="49320" cy="286920"/>
              </p14:xfrm>
            </p:contentPart>
          </mc:Choice>
          <mc:Fallback xmlns="">
            <p:pic>
              <p:nvPicPr>
                <p:cNvPr id="24" name="Ink 23">
                  <a:extLst>
                    <a:ext uri="{FF2B5EF4-FFF2-40B4-BE49-F238E27FC236}">
                      <a16:creationId xmlns:a16="http://schemas.microsoft.com/office/drawing/2014/main" id="{62FF17DB-3261-D2F3-A9AD-B686985C0DFF}"/>
                    </a:ext>
                  </a:extLst>
                </p:cNvPr>
                <p:cNvPicPr/>
                <p:nvPr/>
              </p:nvPicPr>
              <p:blipFill>
                <a:blip r:embed="rId37"/>
                <a:stretch>
                  <a:fillRect/>
                </a:stretch>
              </p:blipFill>
              <p:spPr>
                <a:xfrm>
                  <a:off x="3132112" y="5524726"/>
                  <a:ext cx="8496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5" name="Ink 24">
                  <a:extLst>
                    <a:ext uri="{FF2B5EF4-FFF2-40B4-BE49-F238E27FC236}">
                      <a16:creationId xmlns:a16="http://schemas.microsoft.com/office/drawing/2014/main" id="{A9C8774E-EDDD-2DE1-A2A8-1F44BB26E86C}"/>
                    </a:ext>
                  </a:extLst>
                </p14:cNvPr>
                <p14:cNvContentPartPr/>
                <p14:nvPr/>
              </p14:nvContentPartPr>
              <p14:xfrm>
                <a:off x="3107272" y="5678086"/>
                <a:ext cx="98280" cy="57240"/>
              </p14:xfrm>
            </p:contentPart>
          </mc:Choice>
          <mc:Fallback xmlns="">
            <p:pic>
              <p:nvPicPr>
                <p:cNvPr id="25" name="Ink 24">
                  <a:extLst>
                    <a:ext uri="{FF2B5EF4-FFF2-40B4-BE49-F238E27FC236}">
                      <a16:creationId xmlns:a16="http://schemas.microsoft.com/office/drawing/2014/main" id="{A9C8774E-EDDD-2DE1-A2A8-1F44BB26E86C}"/>
                    </a:ext>
                  </a:extLst>
                </p:cNvPr>
                <p:cNvPicPr/>
                <p:nvPr/>
              </p:nvPicPr>
              <p:blipFill>
                <a:blip r:embed="rId39"/>
                <a:stretch>
                  <a:fillRect/>
                </a:stretch>
              </p:blipFill>
              <p:spPr>
                <a:xfrm>
                  <a:off x="3089272" y="5660086"/>
                  <a:ext cx="13392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6" name="Ink 25">
                  <a:extLst>
                    <a:ext uri="{FF2B5EF4-FFF2-40B4-BE49-F238E27FC236}">
                      <a16:creationId xmlns:a16="http://schemas.microsoft.com/office/drawing/2014/main" id="{607E374B-647C-54BF-B204-9E15045C953A}"/>
                    </a:ext>
                  </a:extLst>
                </p14:cNvPr>
                <p14:cNvContentPartPr/>
                <p14:nvPr/>
              </p14:nvContentPartPr>
              <p14:xfrm>
                <a:off x="3254152" y="5672326"/>
                <a:ext cx="75960" cy="154800"/>
              </p14:xfrm>
            </p:contentPart>
          </mc:Choice>
          <mc:Fallback xmlns="">
            <p:pic>
              <p:nvPicPr>
                <p:cNvPr id="26" name="Ink 25">
                  <a:extLst>
                    <a:ext uri="{FF2B5EF4-FFF2-40B4-BE49-F238E27FC236}">
                      <a16:creationId xmlns:a16="http://schemas.microsoft.com/office/drawing/2014/main" id="{607E374B-647C-54BF-B204-9E15045C953A}"/>
                    </a:ext>
                  </a:extLst>
                </p:cNvPr>
                <p:cNvPicPr/>
                <p:nvPr/>
              </p:nvPicPr>
              <p:blipFill>
                <a:blip r:embed="rId41"/>
                <a:stretch>
                  <a:fillRect/>
                </a:stretch>
              </p:blipFill>
              <p:spPr>
                <a:xfrm>
                  <a:off x="3236512" y="5654686"/>
                  <a:ext cx="111600" cy="1904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7" name="Ink 26">
                  <a:extLst>
                    <a:ext uri="{FF2B5EF4-FFF2-40B4-BE49-F238E27FC236}">
                      <a16:creationId xmlns:a16="http://schemas.microsoft.com/office/drawing/2014/main" id="{4DF302AB-3DE7-7326-EB65-F285ECECEF7A}"/>
                    </a:ext>
                  </a:extLst>
                </p14:cNvPr>
                <p14:cNvContentPartPr/>
                <p14:nvPr/>
              </p14:nvContentPartPr>
              <p14:xfrm>
                <a:off x="3294472" y="5557846"/>
                <a:ext cx="6840" cy="10440"/>
              </p14:xfrm>
            </p:contentPart>
          </mc:Choice>
          <mc:Fallback xmlns="">
            <p:pic>
              <p:nvPicPr>
                <p:cNvPr id="27" name="Ink 26">
                  <a:extLst>
                    <a:ext uri="{FF2B5EF4-FFF2-40B4-BE49-F238E27FC236}">
                      <a16:creationId xmlns:a16="http://schemas.microsoft.com/office/drawing/2014/main" id="{4DF302AB-3DE7-7326-EB65-F285ECECEF7A}"/>
                    </a:ext>
                  </a:extLst>
                </p:cNvPr>
                <p:cNvPicPr/>
                <p:nvPr/>
              </p:nvPicPr>
              <p:blipFill>
                <a:blip r:embed="rId43"/>
                <a:stretch>
                  <a:fillRect/>
                </a:stretch>
              </p:blipFill>
              <p:spPr>
                <a:xfrm>
                  <a:off x="3276832" y="5539846"/>
                  <a:ext cx="42480" cy="46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8" name="Ink 27">
                  <a:extLst>
                    <a:ext uri="{FF2B5EF4-FFF2-40B4-BE49-F238E27FC236}">
                      <a16:creationId xmlns:a16="http://schemas.microsoft.com/office/drawing/2014/main" id="{909C2177-5C24-55B9-A3EF-E34843470844}"/>
                    </a:ext>
                  </a:extLst>
                </p14:cNvPr>
                <p14:cNvContentPartPr/>
                <p14:nvPr/>
              </p14:nvContentPartPr>
              <p14:xfrm>
                <a:off x="3374392" y="5655406"/>
                <a:ext cx="59040" cy="143640"/>
              </p14:xfrm>
            </p:contentPart>
          </mc:Choice>
          <mc:Fallback xmlns="">
            <p:pic>
              <p:nvPicPr>
                <p:cNvPr id="28" name="Ink 27">
                  <a:extLst>
                    <a:ext uri="{FF2B5EF4-FFF2-40B4-BE49-F238E27FC236}">
                      <a16:creationId xmlns:a16="http://schemas.microsoft.com/office/drawing/2014/main" id="{909C2177-5C24-55B9-A3EF-E34843470844}"/>
                    </a:ext>
                  </a:extLst>
                </p:cNvPr>
                <p:cNvPicPr/>
                <p:nvPr/>
              </p:nvPicPr>
              <p:blipFill>
                <a:blip r:embed="rId45"/>
                <a:stretch>
                  <a:fillRect/>
                </a:stretch>
              </p:blipFill>
              <p:spPr>
                <a:xfrm>
                  <a:off x="3356752" y="5637406"/>
                  <a:ext cx="94680" cy="179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9" name="Ink 28">
                  <a:extLst>
                    <a:ext uri="{FF2B5EF4-FFF2-40B4-BE49-F238E27FC236}">
                      <a16:creationId xmlns:a16="http://schemas.microsoft.com/office/drawing/2014/main" id="{9E1ABE50-D317-70A7-C042-116C72AC6CF8}"/>
                    </a:ext>
                  </a:extLst>
                </p14:cNvPr>
                <p14:cNvContentPartPr/>
                <p14:nvPr/>
              </p14:nvContentPartPr>
              <p14:xfrm>
                <a:off x="3472312" y="5628046"/>
                <a:ext cx="251280" cy="137880"/>
              </p14:xfrm>
            </p:contentPart>
          </mc:Choice>
          <mc:Fallback xmlns="">
            <p:pic>
              <p:nvPicPr>
                <p:cNvPr id="29" name="Ink 28">
                  <a:extLst>
                    <a:ext uri="{FF2B5EF4-FFF2-40B4-BE49-F238E27FC236}">
                      <a16:creationId xmlns:a16="http://schemas.microsoft.com/office/drawing/2014/main" id="{9E1ABE50-D317-70A7-C042-116C72AC6CF8}"/>
                    </a:ext>
                  </a:extLst>
                </p:cNvPr>
                <p:cNvPicPr/>
                <p:nvPr/>
              </p:nvPicPr>
              <p:blipFill>
                <a:blip r:embed="rId47"/>
                <a:stretch>
                  <a:fillRect/>
                </a:stretch>
              </p:blipFill>
              <p:spPr>
                <a:xfrm>
                  <a:off x="3454672" y="5610406"/>
                  <a:ext cx="286920" cy="173520"/>
                </a:xfrm>
                <a:prstGeom prst="rect">
                  <a:avLst/>
                </a:prstGeom>
              </p:spPr>
            </p:pic>
          </mc:Fallback>
        </mc:AlternateContent>
      </p:grpSp>
      <p:grpSp>
        <p:nvGrpSpPr>
          <p:cNvPr id="58" name="Group 57">
            <a:extLst>
              <a:ext uri="{FF2B5EF4-FFF2-40B4-BE49-F238E27FC236}">
                <a16:creationId xmlns:a16="http://schemas.microsoft.com/office/drawing/2014/main" id="{8183B236-DFF9-1827-F65A-115B3736B4D4}"/>
              </a:ext>
            </a:extLst>
          </p:cNvPr>
          <p:cNvGrpSpPr/>
          <p:nvPr/>
        </p:nvGrpSpPr>
        <p:grpSpPr>
          <a:xfrm>
            <a:off x="5649232" y="4356886"/>
            <a:ext cx="2236680" cy="1208520"/>
            <a:chOff x="5649232" y="4356886"/>
            <a:chExt cx="2236680" cy="1208520"/>
          </a:xfrm>
        </p:grpSpPr>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6619CB77-CEC2-D33A-D1DF-DC1BB56541AC}"/>
                    </a:ext>
                  </a:extLst>
                </p14:cNvPr>
                <p14:cNvContentPartPr/>
                <p14:nvPr/>
              </p14:nvContentPartPr>
              <p14:xfrm>
                <a:off x="5689912" y="4356886"/>
                <a:ext cx="171720" cy="342720"/>
              </p14:xfrm>
            </p:contentPart>
          </mc:Choice>
          <mc:Fallback xmlns="">
            <p:pic>
              <p:nvPicPr>
                <p:cNvPr id="31" name="Ink 30">
                  <a:extLst>
                    <a:ext uri="{FF2B5EF4-FFF2-40B4-BE49-F238E27FC236}">
                      <a16:creationId xmlns:a16="http://schemas.microsoft.com/office/drawing/2014/main" id="{6619CB77-CEC2-D33A-D1DF-DC1BB56541AC}"/>
                    </a:ext>
                  </a:extLst>
                </p:cNvPr>
                <p:cNvPicPr/>
                <p:nvPr/>
              </p:nvPicPr>
              <p:blipFill>
                <a:blip r:embed="rId49"/>
                <a:stretch>
                  <a:fillRect/>
                </a:stretch>
              </p:blipFill>
              <p:spPr>
                <a:xfrm>
                  <a:off x="5671912" y="4338886"/>
                  <a:ext cx="207360" cy="3783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0C018AB-2368-9E50-56B1-94CF0CD10ACA}"/>
                    </a:ext>
                  </a:extLst>
                </p14:cNvPr>
                <p14:cNvContentPartPr/>
                <p14:nvPr/>
              </p14:nvContentPartPr>
              <p14:xfrm>
                <a:off x="5711152" y="4788166"/>
                <a:ext cx="28080" cy="299880"/>
              </p14:xfrm>
            </p:contentPart>
          </mc:Choice>
          <mc:Fallback xmlns="">
            <p:pic>
              <p:nvPicPr>
                <p:cNvPr id="32" name="Ink 31">
                  <a:extLst>
                    <a:ext uri="{FF2B5EF4-FFF2-40B4-BE49-F238E27FC236}">
                      <a16:creationId xmlns:a16="http://schemas.microsoft.com/office/drawing/2014/main" id="{C0C018AB-2368-9E50-56B1-94CF0CD10ACA}"/>
                    </a:ext>
                  </a:extLst>
                </p:cNvPr>
                <p:cNvPicPr/>
                <p:nvPr/>
              </p:nvPicPr>
              <p:blipFill>
                <a:blip r:embed="rId51"/>
                <a:stretch>
                  <a:fillRect/>
                </a:stretch>
              </p:blipFill>
              <p:spPr>
                <a:xfrm>
                  <a:off x="5693152" y="4770526"/>
                  <a:ext cx="63720" cy="3355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97095B4F-6B5B-9BE3-368E-97D8A56AD5C9}"/>
                    </a:ext>
                  </a:extLst>
                </p14:cNvPr>
                <p14:cNvContentPartPr/>
                <p14:nvPr/>
              </p14:nvContentPartPr>
              <p14:xfrm>
                <a:off x="5649232" y="4976446"/>
                <a:ext cx="93960" cy="52560"/>
              </p14:xfrm>
            </p:contentPart>
          </mc:Choice>
          <mc:Fallback xmlns="">
            <p:pic>
              <p:nvPicPr>
                <p:cNvPr id="33" name="Ink 32">
                  <a:extLst>
                    <a:ext uri="{FF2B5EF4-FFF2-40B4-BE49-F238E27FC236}">
                      <a16:creationId xmlns:a16="http://schemas.microsoft.com/office/drawing/2014/main" id="{97095B4F-6B5B-9BE3-368E-97D8A56AD5C9}"/>
                    </a:ext>
                  </a:extLst>
                </p:cNvPr>
                <p:cNvPicPr/>
                <p:nvPr/>
              </p:nvPicPr>
              <p:blipFill>
                <a:blip r:embed="rId53"/>
                <a:stretch>
                  <a:fillRect/>
                </a:stretch>
              </p:blipFill>
              <p:spPr>
                <a:xfrm>
                  <a:off x="5631232" y="4958806"/>
                  <a:ext cx="129600" cy="882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0E81C51F-B89F-6F2B-405A-279060381306}"/>
                    </a:ext>
                  </a:extLst>
                </p14:cNvPr>
                <p14:cNvContentPartPr/>
                <p14:nvPr/>
              </p14:nvContentPartPr>
              <p14:xfrm>
                <a:off x="5844712" y="4942246"/>
                <a:ext cx="87480" cy="105120"/>
              </p14:xfrm>
            </p:contentPart>
          </mc:Choice>
          <mc:Fallback xmlns="">
            <p:pic>
              <p:nvPicPr>
                <p:cNvPr id="34" name="Ink 33">
                  <a:extLst>
                    <a:ext uri="{FF2B5EF4-FFF2-40B4-BE49-F238E27FC236}">
                      <a16:creationId xmlns:a16="http://schemas.microsoft.com/office/drawing/2014/main" id="{0E81C51F-B89F-6F2B-405A-279060381306}"/>
                    </a:ext>
                  </a:extLst>
                </p:cNvPr>
                <p:cNvPicPr/>
                <p:nvPr/>
              </p:nvPicPr>
              <p:blipFill>
                <a:blip r:embed="rId55"/>
                <a:stretch>
                  <a:fillRect/>
                </a:stretch>
              </p:blipFill>
              <p:spPr>
                <a:xfrm>
                  <a:off x="5827072" y="4924606"/>
                  <a:ext cx="12312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5412F1F8-EC7E-9DC5-62FB-DE5F3A0F38C2}"/>
                    </a:ext>
                  </a:extLst>
                </p14:cNvPr>
                <p14:cNvContentPartPr/>
                <p14:nvPr/>
              </p14:nvContentPartPr>
              <p14:xfrm>
                <a:off x="5981152" y="4942606"/>
                <a:ext cx="128880" cy="111240"/>
              </p14:xfrm>
            </p:contentPart>
          </mc:Choice>
          <mc:Fallback xmlns="">
            <p:pic>
              <p:nvPicPr>
                <p:cNvPr id="35" name="Ink 34">
                  <a:extLst>
                    <a:ext uri="{FF2B5EF4-FFF2-40B4-BE49-F238E27FC236}">
                      <a16:creationId xmlns:a16="http://schemas.microsoft.com/office/drawing/2014/main" id="{5412F1F8-EC7E-9DC5-62FB-DE5F3A0F38C2}"/>
                    </a:ext>
                  </a:extLst>
                </p:cNvPr>
                <p:cNvPicPr/>
                <p:nvPr/>
              </p:nvPicPr>
              <p:blipFill>
                <a:blip r:embed="rId57"/>
                <a:stretch>
                  <a:fillRect/>
                </a:stretch>
              </p:blipFill>
              <p:spPr>
                <a:xfrm>
                  <a:off x="5963152" y="4924606"/>
                  <a:ext cx="16452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32AECD0A-C6EF-8896-3EDD-5D47D23A8159}"/>
                    </a:ext>
                  </a:extLst>
                </p14:cNvPr>
                <p14:cNvContentPartPr/>
                <p14:nvPr/>
              </p14:nvContentPartPr>
              <p14:xfrm>
                <a:off x="6164032" y="4989766"/>
                <a:ext cx="175680" cy="71280"/>
              </p14:xfrm>
            </p:contentPart>
          </mc:Choice>
          <mc:Fallback xmlns="">
            <p:pic>
              <p:nvPicPr>
                <p:cNvPr id="36" name="Ink 35">
                  <a:extLst>
                    <a:ext uri="{FF2B5EF4-FFF2-40B4-BE49-F238E27FC236}">
                      <a16:creationId xmlns:a16="http://schemas.microsoft.com/office/drawing/2014/main" id="{32AECD0A-C6EF-8896-3EDD-5D47D23A8159}"/>
                    </a:ext>
                  </a:extLst>
                </p:cNvPr>
                <p:cNvPicPr/>
                <p:nvPr/>
              </p:nvPicPr>
              <p:blipFill>
                <a:blip r:embed="rId59"/>
                <a:stretch>
                  <a:fillRect/>
                </a:stretch>
              </p:blipFill>
              <p:spPr>
                <a:xfrm>
                  <a:off x="6146032" y="4971766"/>
                  <a:ext cx="2113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7" name="Ink 36">
                  <a:extLst>
                    <a:ext uri="{FF2B5EF4-FFF2-40B4-BE49-F238E27FC236}">
                      <a16:creationId xmlns:a16="http://schemas.microsoft.com/office/drawing/2014/main" id="{C4609574-BB38-8A7E-4EEB-FD786EA45D1B}"/>
                    </a:ext>
                  </a:extLst>
                </p14:cNvPr>
                <p14:cNvContentPartPr/>
                <p14:nvPr/>
              </p14:nvContentPartPr>
              <p14:xfrm>
                <a:off x="6393352" y="4949446"/>
                <a:ext cx="20520" cy="87840"/>
              </p14:xfrm>
            </p:contentPart>
          </mc:Choice>
          <mc:Fallback xmlns="">
            <p:pic>
              <p:nvPicPr>
                <p:cNvPr id="37" name="Ink 36">
                  <a:extLst>
                    <a:ext uri="{FF2B5EF4-FFF2-40B4-BE49-F238E27FC236}">
                      <a16:creationId xmlns:a16="http://schemas.microsoft.com/office/drawing/2014/main" id="{C4609574-BB38-8A7E-4EEB-FD786EA45D1B}"/>
                    </a:ext>
                  </a:extLst>
                </p:cNvPr>
                <p:cNvPicPr/>
                <p:nvPr/>
              </p:nvPicPr>
              <p:blipFill>
                <a:blip r:embed="rId61"/>
                <a:stretch>
                  <a:fillRect/>
                </a:stretch>
              </p:blipFill>
              <p:spPr>
                <a:xfrm>
                  <a:off x="6375712" y="4931446"/>
                  <a:ext cx="56160" cy="1234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8" name="Ink 37">
                  <a:extLst>
                    <a:ext uri="{FF2B5EF4-FFF2-40B4-BE49-F238E27FC236}">
                      <a16:creationId xmlns:a16="http://schemas.microsoft.com/office/drawing/2014/main" id="{F4EFD2FB-3C88-E15F-A89F-19D55FDD0487}"/>
                    </a:ext>
                  </a:extLst>
                </p14:cNvPr>
                <p14:cNvContentPartPr/>
                <p14:nvPr/>
              </p14:nvContentPartPr>
              <p14:xfrm>
                <a:off x="6461752" y="4867366"/>
                <a:ext cx="7920" cy="43560"/>
              </p14:xfrm>
            </p:contentPart>
          </mc:Choice>
          <mc:Fallback xmlns="">
            <p:pic>
              <p:nvPicPr>
                <p:cNvPr id="38" name="Ink 37">
                  <a:extLst>
                    <a:ext uri="{FF2B5EF4-FFF2-40B4-BE49-F238E27FC236}">
                      <a16:creationId xmlns:a16="http://schemas.microsoft.com/office/drawing/2014/main" id="{F4EFD2FB-3C88-E15F-A89F-19D55FDD0487}"/>
                    </a:ext>
                  </a:extLst>
                </p:cNvPr>
                <p:cNvPicPr/>
                <p:nvPr/>
              </p:nvPicPr>
              <p:blipFill>
                <a:blip r:embed="rId63"/>
                <a:stretch>
                  <a:fillRect/>
                </a:stretch>
              </p:blipFill>
              <p:spPr>
                <a:xfrm>
                  <a:off x="6443752" y="4849726"/>
                  <a:ext cx="435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9" name="Ink 38">
                  <a:extLst>
                    <a:ext uri="{FF2B5EF4-FFF2-40B4-BE49-F238E27FC236}">
                      <a16:creationId xmlns:a16="http://schemas.microsoft.com/office/drawing/2014/main" id="{F7E9D031-4C0D-286D-6E01-DB0428D94AE6}"/>
                    </a:ext>
                  </a:extLst>
                </p14:cNvPr>
                <p14:cNvContentPartPr/>
                <p14:nvPr/>
              </p14:nvContentPartPr>
              <p14:xfrm>
                <a:off x="6501712" y="4933246"/>
                <a:ext cx="106560" cy="99360"/>
              </p14:xfrm>
            </p:contentPart>
          </mc:Choice>
          <mc:Fallback xmlns="">
            <p:pic>
              <p:nvPicPr>
                <p:cNvPr id="39" name="Ink 38">
                  <a:extLst>
                    <a:ext uri="{FF2B5EF4-FFF2-40B4-BE49-F238E27FC236}">
                      <a16:creationId xmlns:a16="http://schemas.microsoft.com/office/drawing/2014/main" id="{F7E9D031-4C0D-286D-6E01-DB0428D94AE6}"/>
                    </a:ext>
                  </a:extLst>
                </p:cNvPr>
                <p:cNvPicPr/>
                <p:nvPr/>
              </p:nvPicPr>
              <p:blipFill>
                <a:blip r:embed="rId65"/>
                <a:stretch>
                  <a:fillRect/>
                </a:stretch>
              </p:blipFill>
              <p:spPr>
                <a:xfrm>
                  <a:off x="6484072" y="4915606"/>
                  <a:ext cx="14220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0" name="Ink 39">
                  <a:extLst>
                    <a:ext uri="{FF2B5EF4-FFF2-40B4-BE49-F238E27FC236}">
                      <a16:creationId xmlns:a16="http://schemas.microsoft.com/office/drawing/2014/main" id="{8392A8AC-F5DF-9179-96A3-CEFC1F237312}"/>
                    </a:ext>
                  </a:extLst>
                </p14:cNvPr>
                <p14:cNvContentPartPr/>
                <p14:nvPr/>
              </p14:nvContentPartPr>
              <p14:xfrm>
                <a:off x="6644272" y="4937206"/>
                <a:ext cx="102600" cy="113040"/>
              </p14:xfrm>
            </p:contentPart>
          </mc:Choice>
          <mc:Fallback xmlns="">
            <p:pic>
              <p:nvPicPr>
                <p:cNvPr id="40" name="Ink 39">
                  <a:extLst>
                    <a:ext uri="{FF2B5EF4-FFF2-40B4-BE49-F238E27FC236}">
                      <a16:creationId xmlns:a16="http://schemas.microsoft.com/office/drawing/2014/main" id="{8392A8AC-F5DF-9179-96A3-CEFC1F237312}"/>
                    </a:ext>
                  </a:extLst>
                </p:cNvPr>
                <p:cNvPicPr/>
                <p:nvPr/>
              </p:nvPicPr>
              <p:blipFill>
                <a:blip r:embed="rId67"/>
                <a:stretch>
                  <a:fillRect/>
                </a:stretch>
              </p:blipFill>
              <p:spPr>
                <a:xfrm>
                  <a:off x="6626632" y="4919206"/>
                  <a:ext cx="138240" cy="148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1" name="Ink 40">
                  <a:extLst>
                    <a:ext uri="{FF2B5EF4-FFF2-40B4-BE49-F238E27FC236}">
                      <a16:creationId xmlns:a16="http://schemas.microsoft.com/office/drawing/2014/main" id="{14C46EC8-4934-1430-DF45-9DC27196FC5E}"/>
                    </a:ext>
                  </a:extLst>
                </p14:cNvPr>
                <p14:cNvContentPartPr/>
                <p14:nvPr/>
              </p14:nvContentPartPr>
              <p14:xfrm>
                <a:off x="6863872" y="4670446"/>
                <a:ext cx="50760" cy="314280"/>
              </p14:xfrm>
            </p:contentPart>
          </mc:Choice>
          <mc:Fallback xmlns="">
            <p:pic>
              <p:nvPicPr>
                <p:cNvPr id="41" name="Ink 40">
                  <a:extLst>
                    <a:ext uri="{FF2B5EF4-FFF2-40B4-BE49-F238E27FC236}">
                      <a16:creationId xmlns:a16="http://schemas.microsoft.com/office/drawing/2014/main" id="{14C46EC8-4934-1430-DF45-9DC27196FC5E}"/>
                    </a:ext>
                  </a:extLst>
                </p:cNvPr>
                <p:cNvPicPr/>
                <p:nvPr/>
              </p:nvPicPr>
              <p:blipFill>
                <a:blip r:embed="rId69"/>
                <a:stretch>
                  <a:fillRect/>
                </a:stretch>
              </p:blipFill>
              <p:spPr>
                <a:xfrm>
                  <a:off x="6846232" y="4652446"/>
                  <a:ext cx="8640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2" name="Ink 41">
                  <a:extLst>
                    <a:ext uri="{FF2B5EF4-FFF2-40B4-BE49-F238E27FC236}">
                      <a16:creationId xmlns:a16="http://schemas.microsoft.com/office/drawing/2014/main" id="{9B7644AD-94FC-0D3B-ADE5-3BBDAAFA47B7}"/>
                    </a:ext>
                  </a:extLst>
                </p14:cNvPr>
                <p14:cNvContentPartPr/>
                <p14:nvPr/>
              </p14:nvContentPartPr>
              <p14:xfrm>
                <a:off x="6814912" y="4820926"/>
                <a:ext cx="285120" cy="120600"/>
              </p14:xfrm>
            </p:contentPart>
          </mc:Choice>
          <mc:Fallback xmlns="">
            <p:pic>
              <p:nvPicPr>
                <p:cNvPr id="42" name="Ink 41">
                  <a:extLst>
                    <a:ext uri="{FF2B5EF4-FFF2-40B4-BE49-F238E27FC236}">
                      <a16:creationId xmlns:a16="http://schemas.microsoft.com/office/drawing/2014/main" id="{9B7644AD-94FC-0D3B-ADE5-3BBDAAFA47B7}"/>
                    </a:ext>
                  </a:extLst>
                </p:cNvPr>
                <p:cNvPicPr/>
                <p:nvPr/>
              </p:nvPicPr>
              <p:blipFill>
                <a:blip r:embed="rId71"/>
                <a:stretch>
                  <a:fillRect/>
                </a:stretch>
              </p:blipFill>
              <p:spPr>
                <a:xfrm>
                  <a:off x="6797272" y="4803286"/>
                  <a:ext cx="320760" cy="1562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3" name="Ink 42">
                  <a:extLst>
                    <a:ext uri="{FF2B5EF4-FFF2-40B4-BE49-F238E27FC236}">
                      <a16:creationId xmlns:a16="http://schemas.microsoft.com/office/drawing/2014/main" id="{7C804858-E7C5-552C-CAB7-B4F96BA54C35}"/>
                    </a:ext>
                  </a:extLst>
                </p14:cNvPr>
                <p14:cNvContentPartPr/>
                <p14:nvPr/>
              </p14:nvContentPartPr>
              <p14:xfrm>
                <a:off x="6273112" y="5364526"/>
                <a:ext cx="14760" cy="165240"/>
              </p14:xfrm>
            </p:contentPart>
          </mc:Choice>
          <mc:Fallback xmlns="">
            <p:pic>
              <p:nvPicPr>
                <p:cNvPr id="43" name="Ink 42">
                  <a:extLst>
                    <a:ext uri="{FF2B5EF4-FFF2-40B4-BE49-F238E27FC236}">
                      <a16:creationId xmlns:a16="http://schemas.microsoft.com/office/drawing/2014/main" id="{7C804858-E7C5-552C-CAB7-B4F96BA54C35}"/>
                    </a:ext>
                  </a:extLst>
                </p:cNvPr>
                <p:cNvPicPr/>
                <p:nvPr/>
              </p:nvPicPr>
              <p:blipFill>
                <a:blip r:embed="rId73"/>
                <a:stretch>
                  <a:fillRect/>
                </a:stretch>
              </p:blipFill>
              <p:spPr>
                <a:xfrm>
                  <a:off x="6255472" y="5346526"/>
                  <a:ext cx="50400" cy="20088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4" name="Ink 43">
                  <a:extLst>
                    <a:ext uri="{FF2B5EF4-FFF2-40B4-BE49-F238E27FC236}">
                      <a16:creationId xmlns:a16="http://schemas.microsoft.com/office/drawing/2014/main" id="{5C329BC6-7298-5745-E1BA-6D2AC02941F8}"/>
                    </a:ext>
                  </a:extLst>
                </p14:cNvPr>
                <p14:cNvContentPartPr/>
                <p14:nvPr/>
              </p14:nvContentPartPr>
              <p14:xfrm>
                <a:off x="6327832" y="5238886"/>
                <a:ext cx="19440" cy="14040"/>
              </p14:xfrm>
            </p:contentPart>
          </mc:Choice>
          <mc:Fallback xmlns="">
            <p:pic>
              <p:nvPicPr>
                <p:cNvPr id="44" name="Ink 43">
                  <a:extLst>
                    <a:ext uri="{FF2B5EF4-FFF2-40B4-BE49-F238E27FC236}">
                      <a16:creationId xmlns:a16="http://schemas.microsoft.com/office/drawing/2014/main" id="{5C329BC6-7298-5745-E1BA-6D2AC02941F8}"/>
                    </a:ext>
                  </a:extLst>
                </p:cNvPr>
                <p:cNvPicPr/>
                <p:nvPr/>
              </p:nvPicPr>
              <p:blipFill>
                <a:blip r:embed="rId75"/>
                <a:stretch>
                  <a:fillRect/>
                </a:stretch>
              </p:blipFill>
              <p:spPr>
                <a:xfrm>
                  <a:off x="6310192" y="5220886"/>
                  <a:ext cx="5508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5" name="Ink 44">
                  <a:extLst>
                    <a:ext uri="{FF2B5EF4-FFF2-40B4-BE49-F238E27FC236}">
                      <a16:creationId xmlns:a16="http://schemas.microsoft.com/office/drawing/2014/main" id="{0B4E2086-9B01-7010-62FC-530FB9145581}"/>
                    </a:ext>
                  </a:extLst>
                </p14:cNvPr>
                <p14:cNvContentPartPr/>
                <p14:nvPr/>
              </p14:nvContentPartPr>
              <p14:xfrm>
                <a:off x="6425392" y="5402326"/>
                <a:ext cx="133920" cy="76320"/>
              </p14:xfrm>
            </p:contentPart>
          </mc:Choice>
          <mc:Fallback xmlns="">
            <p:pic>
              <p:nvPicPr>
                <p:cNvPr id="45" name="Ink 44">
                  <a:extLst>
                    <a:ext uri="{FF2B5EF4-FFF2-40B4-BE49-F238E27FC236}">
                      <a16:creationId xmlns:a16="http://schemas.microsoft.com/office/drawing/2014/main" id="{0B4E2086-9B01-7010-62FC-530FB9145581}"/>
                    </a:ext>
                  </a:extLst>
                </p:cNvPr>
                <p:cNvPicPr/>
                <p:nvPr/>
              </p:nvPicPr>
              <p:blipFill>
                <a:blip r:embed="rId77"/>
                <a:stretch>
                  <a:fillRect/>
                </a:stretch>
              </p:blipFill>
              <p:spPr>
                <a:xfrm>
                  <a:off x="6407392" y="5384326"/>
                  <a:ext cx="169560" cy="1119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6" name="Ink 45">
                  <a:extLst>
                    <a:ext uri="{FF2B5EF4-FFF2-40B4-BE49-F238E27FC236}">
                      <a16:creationId xmlns:a16="http://schemas.microsoft.com/office/drawing/2014/main" id="{4F8378D4-71C4-64C9-307E-068EF8AC252C}"/>
                    </a:ext>
                  </a:extLst>
                </p14:cNvPr>
                <p14:cNvContentPartPr/>
                <p14:nvPr/>
              </p14:nvContentPartPr>
              <p14:xfrm>
                <a:off x="6557512" y="5299726"/>
                <a:ext cx="105840" cy="168480"/>
              </p14:xfrm>
            </p:contentPart>
          </mc:Choice>
          <mc:Fallback xmlns="">
            <p:pic>
              <p:nvPicPr>
                <p:cNvPr id="46" name="Ink 45">
                  <a:extLst>
                    <a:ext uri="{FF2B5EF4-FFF2-40B4-BE49-F238E27FC236}">
                      <a16:creationId xmlns:a16="http://schemas.microsoft.com/office/drawing/2014/main" id="{4F8378D4-71C4-64C9-307E-068EF8AC252C}"/>
                    </a:ext>
                  </a:extLst>
                </p:cNvPr>
                <p:cNvPicPr/>
                <p:nvPr/>
              </p:nvPicPr>
              <p:blipFill>
                <a:blip r:embed="rId79"/>
                <a:stretch>
                  <a:fillRect/>
                </a:stretch>
              </p:blipFill>
              <p:spPr>
                <a:xfrm>
                  <a:off x="6539512" y="5282086"/>
                  <a:ext cx="14148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7" name="Ink 46">
                  <a:extLst>
                    <a:ext uri="{FF2B5EF4-FFF2-40B4-BE49-F238E27FC236}">
                      <a16:creationId xmlns:a16="http://schemas.microsoft.com/office/drawing/2014/main" id="{DCB1C157-9FB9-EA7C-87F8-1408F096522A}"/>
                    </a:ext>
                  </a:extLst>
                </p14:cNvPr>
                <p14:cNvContentPartPr/>
                <p14:nvPr/>
              </p14:nvContentPartPr>
              <p14:xfrm>
                <a:off x="6742912" y="5265166"/>
                <a:ext cx="100800" cy="300240"/>
              </p14:xfrm>
            </p:contentPart>
          </mc:Choice>
          <mc:Fallback xmlns="">
            <p:pic>
              <p:nvPicPr>
                <p:cNvPr id="47" name="Ink 46">
                  <a:extLst>
                    <a:ext uri="{FF2B5EF4-FFF2-40B4-BE49-F238E27FC236}">
                      <a16:creationId xmlns:a16="http://schemas.microsoft.com/office/drawing/2014/main" id="{DCB1C157-9FB9-EA7C-87F8-1408F096522A}"/>
                    </a:ext>
                  </a:extLst>
                </p:cNvPr>
                <p:cNvPicPr/>
                <p:nvPr/>
              </p:nvPicPr>
              <p:blipFill>
                <a:blip r:embed="rId81"/>
                <a:stretch>
                  <a:fillRect/>
                </a:stretch>
              </p:blipFill>
              <p:spPr>
                <a:xfrm>
                  <a:off x="6725272" y="5247526"/>
                  <a:ext cx="136440" cy="33588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8" name="Ink 47">
                  <a:extLst>
                    <a:ext uri="{FF2B5EF4-FFF2-40B4-BE49-F238E27FC236}">
                      <a16:creationId xmlns:a16="http://schemas.microsoft.com/office/drawing/2014/main" id="{BC046D68-916F-7324-4E82-2766F070F524}"/>
                    </a:ext>
                  </a:extLst>
                </p14:cNvPr>
                <p14:cNvContentPartPr/>
                <p14:nvPr/>
              </p14:nvContentPartPr>
              <p14:xfrm>
                <a:off x="6906712" y="5284246"/>
                <a:ext cx="21960" cy="121680"/>
              </p14:xfrm>
            </p:contentPart>
          </mc:Choice>
          <mc:Fallback xmlns="">
            <p:pic>
              <p:nvPicPr>
                <p:cNvPr id="48" name="Ink 47">
                  <a:extLst>
                    <a:ext uri="{FF2B5EF4-FFF2-40B4-BE49-F238E27FC236}">
                      <a16:creationId xmlns:a16="http://schemas.microsoft.com/office/drawing/2014/main" id="{BC046D68-916F-7324-4E82-2766F070F524}"/>
                    </a:ext>
                  </a:extLst>
                </p:cNvPr>
                <p:cNvPicPr/>
                <p:nvPr/>
              </p:nvPicPr>
              <p:blipFill>
                <a:blip r:embed="rId83"/>
                <a:stretch>
                  <a:fillRect/>
                </a:stretch>
              </p:blipFill>
              <p:spPr>
                <a:xfrm>
                  <a:off x="6889072" y="5266246"/>
                  <a:ext cx="5760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49" name="Ink 48">
                  <a:extLst>
                    <a:ext uri="{FF2B5EF4-FFF2-40B4-BE49-F238E27FC236}">
                      <a16:creationId xmlns:a16="http://schemas.microsoft.com/office/drawing/2014/main" id="{4BEAEBE4-26E9-A1FA-8A42-2794D3538FEB}"/>
                    </a:ext>
                  </a:extLst>
                </p14:cNvPr>
                <p14:cNvContentPartPr/>
                <p14:nvPr/>
              </p14:nvContentPartPr>
              <p14:xfrm>
                <a:off x="6931912" y="5175166"/>
                <a:ext cx="64800" cy="30960"/>
              </p14:xfrm>
            </p:contentPart>
          </mc:Choice>
          <mc:Fallback xmlns="">
            <p:pic>
              <p:nvPicPr>
                <p:cNvPr id="49" name="Ink 48">
                  <a:extLst>
                    <a:ext uri="{FF2B5EF4-FFF2-40B4-BE49-F238E27FC236}">
                      <a16:creationId xmlns:a16="http://schemas.microsoft.com/office/drawing/2014/main" id="{4BEAEBE4-26E9-A1FA-8A42-2794D3538FEB}"/>
                    </a:ext>
                  </a:extLst>
                </p:cNvPr>
                <p:cNvPicPr/>
                <p:nvPr/>
              </p:nvPicPr>
              <p:blipFill>
                <a:blip r:embed="rId85"/>
                <a:stretch>
                  <a:fillRect/>
                </a:stretch>
              </p:blipFill>
              <p:spPr>
                <a:xfrm>
                  <a:off x="6914272" y="5157166"/>
                  <a:ext cx="100440" cy="66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0" name="Ink 49">
                  <a:extLst>
                    <a:ext uri="{FF2B5EF4-FFF2-40B4-BE49-F238E27FC236}">
                      <a16:creationId xmlns:a16="http://schemas.microsoft.com/office/drawing/2014/main" id="{C61FE091-C7E3-3A6F-15E7-3F1361FF8078}"/>
                    </a:ext>
                  </a:extLst>
                </p14:cNvPr>
                <p14:cNvContentPartPr/>
                <p14:nvPr/>
              </p14:nvContentPartPr>
              <p14:xfrm>
                <a:off x="7028032" y="5239966"/>
                <a:ext cx="39600" cy="102240"/>
              </p14:xfrm>
            </p:contentPart>
          </mc:Choice>
          <mc:Fallback xmlns="">
            <p:pic>
              <p:nvPicPr>
                <p:cNvPr id="50" name="Ink 49">
                  <a:extLst>
                    <a:ext uri="{FF2B5EF4-FFF2-40B4-BE49-F238E27FC236}">
                      <a16:creationId xmlns:a16="http://schemas.microsoft.com/office/drawing/2014/main" id="{C61FE091-C7E3-3A6F-15E7-3F1361FF8078}"/>
                    </a:ext>
                  </a:extLst>
                </p:cNvPr>
                <p:cNvPicPr/>
                <p:nvPr/>
              </p:nvPicPr>
              <p:blipFill>
                <a:blip r:embed="rId87"/>
                <a:stretch>
                  <a:fillRect/>
                </a:stretch>
              </p:blipFill>
              <p:spPr>
                <a:xfrm>
                  <a:off x="7010032" y="5221966"/>
                  <a:ext cx="75240" cy="1378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1" name="Ink 50">
                  <a:extLst>
                    <a:ext uri="{FF2B5EF4-FFF2-40B4-BE49-F238E27FC236}">
                      <a16:creationId xmlns:a16="http://schemas.microsoft.com/office/drawing/2014/main" id="{31A3A43D-B439-E7F3-FF73-525364973971}"/>
                    </a:ext>
                  </a:extLst>
                </p14:cNvPr>
                <p14:cNvContentPartPr/>
                <p14:nvPr/>
              </p14:nvContentPartPr>
              <p14:xfrm>
                <a:off x="7120192" y="5261566"/>
                <a:ext cx="93600" cy="84240"/>
              </p14:xfrm>
            </p:contentPart>
          </mc:Choice>
          <mc:Fallback xmlns="">
            <p:pic>
              <p:nvPicPr>
                <p:cNvPr id="51" name="Ink 50">
                  <a:extLst>
                    <a:ext uri="{FF2B5EF4-FFF2-40B4-BE49-F238E27FC236}">
                      <a16:creationId xmlns:a16="http://schemas.microsoft.com/office/drawing/2014/main" id="{31A3A43D-B439-E7F3-FF73-525364973971}"/>
                    </a:ext>
                  </a:extLst>
                </p:cNvPr>
                <p:cNvPicPr/>
                <p:nvPr/>
              </p:nvPicPr>
              <p:blipFill>
                <a:blip r:embed="rId89"/>
                <a:stretch>
                  <a:fillRect/>
                </a:stretch>
              </p:blipFill>
              <p:spPr>
                <a:xfrm>
                  <a:off x="7102192" y="5243566"/>
                  <a:ext cx="12924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2" name="Ink 51">
                  <a:extLst>
                    <a:ext uri="{FF2B5EF4-FFF2-40B4-BE49-F238E27FC236}">
                      <a16:creationId xmlns:a16="http://schemas.microsoft.com/office/drawing/2014/main" id="{1E10E65D-CC3B-230B-8044-B9730F49B1E6}"/>
                    </a:ext>
                  </a:extLst>
                </p14:cNvPr>
                <p14:cNvContentPartPr/>
                <p14:nvPr/>
              </p14:nvContentPartPr>
              <p14:xfrm>
                <a:off x="7329352" y="5078686"/>
                <a:ext cx="49320" cy="224280"/>
              </p14:xfrm>
            </p:contentPart>
          </mc:Choice>
          <mc:Fallback xmlns="">
            <p:pic>
              <p:nvPicPr>
                <p:cNvPr id="52" name="Ink 51">
                  <a:extLst>
                    <a:ext uri="{FF2B5EF4-FFF2-40B4-BE49-F238E27FC236}">
                      <a16:creationId xmlns:a16="http://schemas.microsoft.com/office/drawing/2014/main" id="{1E10E65D-CC3B-230B-8044-B9730F49B1E6}"/>
                    </a:ext>
                  </a:extLst>
                </p:cNvPr>
                <p:cNvPicPr/>
                <p:nvPr/>
              </p:nvPicPr>
              <p:blipFill>
                <a:blip r:embed="rId91"/>
                <a:stretch>
                  <a:fillRect/>
                </a:stretch>
              </p:blipFill>
              <p:spPr>
                <a:xfrm>
                  <a:off x="7311712" y="5060686"/>
                  <a:ext cx="84960" cy="25992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3" name="Ink 52">
                  <a:extLst>
                    <a:ext uri="{FF2B5EF4-FFF2-40B4-BE49-F238E27FC236}">
                      <a16:creationId xmlns:a16="http://schemas.microsoft.com/office/drawing/2014/main" id="{2D70F46C-3C92-A76A-F90B-A1162BD1FFAF}"/>
                    </a:ext>
                  </a:extLst>
                </p14:cNvPr>
                <p14:cNvContentPartPr/>
                <p14:nvPr/>
              </p14:nvContentPartPr>
              <p14:xfrm>
                <a:off x="7262392" y="5192086"/>
                <a:ext cx="122760" cy="96840"/>
              </p14:xfrm>
            </p:contentPart>
          </mc:Choice>
          <mc:Fallback xmlns="">
            <p:pic>
              <p:nvPicPr>
                <p:cNvPr id="53" name="Ink 52">
                  <a:extLst>
                    <a:ext uri="{FF2B5EF4-FFF2-40B4-BE49-F238E27FC236}">
                      <a16:creationId xmlns:a16="http://schemas.microsoft.com/office/drawing/2014/main" id="{2D70F46C-3C92-A76A-F90B-A1162BD1FFAF}"/>
                    </a:ext>
                  </a:extLst>
                </p:cNvPr>
                <p:cNvPicPr/>
                <p:nvPr/>
              </p:nvPicPr>
              <p:blipFill>
                <a:blip r:embed="rId93"/>
                <a:stretch>
                  <a:fillRect/>
                </a:stretch>
              </p:blipFill>
              <p:spPr>
                <a:xfrm>
                  <a:off x="7244752" y="5174446"/>
                  <a:ext cx="158400" cy="132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4" name="Ink 53">
                  <a:extLst>
                    <a:ext uri="{FF2B5EF4-FFF2-40B4-BE49-F238E27FC236}">
                      <a16:creationId xmlns:a16="http://schemas.microsoft.com/office/drawing/2014/main" id="{7E49C325-BD83-8D26-BA08-31D4C7978D3E}"/>
                    </a:ext>
                  </a:extLst>
                </p14:cNvPr>
                <p14:cNvContentPartPr/>
                <p14:nvPr/>
              </p14:nvContentPartPr>
              <p14:xfrm>
                <a:off x="7440232" y="5214766"/>
                <a:ext cx="19440" cy="85320"/>
              </p14:xfrm>
            </p:contentPart>
          </mc:Choice>
          <mc:Fallback xmlns="">
            <p:pic>
              <p:nvPicPr>
                <p:cNvPr id="54" name="Ink 53">
                  <a:extLst>
                    <a:ext uri="{FF2B5EF4-FFF2-40B4-BE49-F238E27FC236}">
                      <a16:creationId xmlns:a16="http://schemas.microsoft.com/office/drawing/2014/main" id="{7E49C325-BD83-8D26-BA08-31D4C7978D3E}"/>
                    </a:ext>
                  </a:extLst>
                </p:cNvPr>
                <p:cNvPicPr/>
                <p:nvPr/>
              </p:nvPicPr>
              <p:blipFill>
                <a:blip r:embed="rId95"/>
                <a:stretch>
                  <a:fillRect/>
                </a:stretch>
              </p:blipFill>
              <p:spPr>
                <a:xfrm>
                  <a:off x="7422592" y="5197126"/>
                  <a:ext cx="55080" cy="12096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55" name="Ink 54">
                  <a:extLst>
                    <a:ext uri="{FF2B5EF4-FFF2-40B4-BE49-F238E27FC236}">
                      <a16:creationId xmlns:a16="http://schemas.microsoft.com/office/drawing/2014/main" id="{04BE0A51-46B0-E5D3-6941-D83D58DA2C5D}"/>
                    </a:ext>
                  </a:extLst>
                </p14:cNvPr>
                <p14:cNvContentPartPr/>
                <p14:nvPr/>
              </p14:nvContentPartPr>
              <p14:xfrm>
                <a:off x="7445272" y="5099206"/>
                <a:ext cx="24480" cy="23040"/>
              </p14:xfrm>
            </p:contentPart>
          </mc:Choice>
          <mc:Fallback xmlns="">
            <p:pic>
              <p:nvPicPr>
                <p:cNvPr id="55" name="Ink 54">
                  <a:extLst>
                    <a:ext uri="{FF2B5EF4-FFF2-40B4-BE49-F238E27FC236}">
                      <a16:creationId xmlns:a16="http://schemas.microsoft.com/office/drawing/2014/main" id="{04BE0A51-46B0-E5D3-6941-D83D58DA2C5D}"/>
                    </a:ext>
                  </a:extLst>
                </p:cNvPr>
                <p:cNvPicPr/>
                <p:nvPr/>
              </p:nvPicPr>
              <p:blipFill>
                <a:blip r:embed="rId97"/>
                <a:stretch>
                  <a:fillRect/>
                </a:stretch>
              </p:blipFill>
              <p:spPr>
                <a:xfrm>
                  <a:off x="7427632" y="5081206"/>
                  <a:ext cx="6012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6" name="Ink 55">
                  <a:extLst>
                    <a:ext uri="{FF2B5EF4-FFF2-40B4-BE49-F238E27FC236}">
                      <a16:creationId xmlns:a16="http://schemas.microsoft.com/office/drawing/2014/main" id="{84104DA5-23F7-0F5F-2A12-3B6EEA25F66F}"/>
                    </a:ext>
                  </a:extLst>
                </p14:cNvPr>
                <p14:cNvContentPartPr/>
                <p14:nvPr/>
              </p14:nvContentPartPr>
              <p14:xfrm>
                <a:off x="7541032" y="5169406"/>
                <a:ext cx="83880" cy="85680"/>
              </p14:xfrm>
            </p:contentPart>
          </mc:Choice>
          <mc:Fallback xmlns="">
            <p:pic>
              <p:nvPicPr>
                <p:cNvPr id="56" name="Ink 55">
                  <a:extLst>
                    <a:ext uri="{FF2B5EF4-FFF2-40B4-BE49-F238E27FC236}">
                      <a16:creationId xmlns:a16="http://schemas.microsoft.com/office/drawing/2014/main" id="{84104DA5-23F7-0F5F-2A12-3B6EEA25F66F}"/>
                    </a:ext>
                  </a:extLst>
                </p:cNvPr>
                <p:cNvPicPr/>
                <p:nvPr/>
              </p:nvPicPr>
              <p:blipFill>
                <a:blip r:embed="rId99"/>
                <a:stretch>
                  <a:fillRect/>
                </a:stretch>
              </p:blipFill>
              <p:spPr>
                <a:xfrm>
                  <a:off x="7523392" y="5151766"/>
                  <a:ext cx="11952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57" name="Ink 56">
                  <a:extLst>
                    <a:ext uri="{FF2B5EF4-FFF2-40B4-BE49-F238E27FC236}">
                      <a16:creationId xmlns:a16="http://schemas.microsoft.com/office/drawing/2014/main" id="{3F9D0DDB-E9D9-4E5B-5F4E-DC9815CF136F}"/>
                    </a:ext>
                  </a:extLst>
                </p14:cNvPr>
                <p14:cNvContentPartPr/>
                <p14:nvPr/>
              </p14:nvContentPartPr>
              <p14:xfrm>
                <a:off x="7655872" y="5119366"/>
                <a:ext cx="230040" cy="127080"/>
              </p14:xfrm>
            </p:contentPart>
          </mc:Choice>
          <mc:Fallback xmlns="">
            <p:pic>
              <p:nvPicPr>
                <p:cNvPr id="57" name="Ink 56">
                  <a:extLst>
                    <a:ext uri="{FF2B5EF4-FFF2-40B4-BE49-F238E27FC236}">
                      <a16:creationId xmlns:a16="http://schemas.microsoft.com/office/drawing/2014/main" id="{3F9D0DDB-E9D9-4E5B-5F4E-DC9815CF136F}"/>
                    </a:ext>
                  </a:extLst>
                </p:cNvPr>
                <p:cNvPicPr/>
                <p:nvPr/>
              </p:nvPicPr>
              <p:blipFill>
                <a:blip r:embed="rId101"/>
                <a:stretch>
                  <a:fillRect/>
                </a:stretch>
              </p:blipFill>
              <p:spPr>
                <a:xfrm>
                  <a:off x="7638232" y="5101726"/>
                  <a:ext cx="265680" cy="162720"/>
                </a:xfrm>
                <a:prstGeom prst="rect">
                  <a:avLst/>
                </a:prstGeom>
              </p:spPr>
            </p:pic>
          </mc:Fallback>
        </mc:AlternateContent>
      </p:grpSp>
    </p:spTree>
    <p:extLst>
      <p:ext uri="{BB962C8B-B14F-4D97-AF65-F5344CB8AC3E}">
        <p14:creationId xmlns:p14="http://schemas.microsoft.com/office/powerpoint/2010/main" val="726214766"/>
      </p:ext>
    </p:extLst>
  </p:cSld>
  <p:clrMapOvr>
    <a:masterClrMapping/>
  </p:clrMapOvr>
</p:sld>
</file>

<file path=ppt/theme/theme1.xml><?xml version="1.0" encoding="utf-8"?>
<a:theme xmlns:a="http://schemas.openxmlformats.org/drawingml/2006/main" name="USHE">
  <a:themeElements>
    <a:clrScheme name="Custom 7">
      <a:dk1>
        <a:srgbClr val="000000"/>
      </a:dk1>
      <a:lt1>
        <a:srgbClr val="FFFFFF"/>
      </a:lt1>
      <a:dk2>
        <a:srgbClr val="000000"/>
      </a:dk2>
      <a:lt2>
        <a:srgbClr val="007FA3"/>
      </a:lt2>
      <a:accent1>
        <a:srgbClr val="3C1581"/>
      </a:accent1>
      <a:accent2>
        <a:srgbClr val="1A6C7C"/>
      </a:accent2>
      <a:accent3>
        <a:srgbClr val="CC730D"/>
      </a:accent3>
      <a:accent4>
        <a:srgbClr val="B2AA00"/>
      </a:accent4>
      <a:accent5>
        <a:srgbClr val="1B9332"/>
      </a:accent5>
      <a:accent6>
        <a:srgbClr val="7F7F7F"/>
      </a:accent6>
      <a:hlink>
        <a:srgbClr val="3C1581"/>
      </a:hlink>
      <a:folHlink>
        <a:srgbClr val="7F7F7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SHE_slide options">
  <a:themeElements>
    <a:clrScheme name="Custom 40">
      <a:dk1>
        <a:srgbClr val="000000"/>
      </a:dk1>
      <a:lt1>
        <a:srgbClr val="FFFFFF"/>
      </a:lt1>
      <a:dk2>
        <a:srgbClr val="000000"/>
      </a:dk2>
      <a:lt2>
        <a:srgbClr val="007FA3"/>
      </a:lt2>
      <a:accent1>
        <a:srgbClr val="3C1581"/>
      </a:accent1>
      <a:accent2>
        <a:srgbClr val="1A6C7C"/>
      </a:accent2>
      <a:accent3>
        <a:srgbClr val="CC730D"/>
      </a:accent3>
      <a:accent4>
        <a:srgbClr val="B2AA00"/>
      </a:accent4>
      <a:accent5>
        <a:srgbClr val="1B9332"/>
      </a:accent5>
      <a:accent6>
        <a:srgbClr val="7F7F7F"/>
      </a:accent6>
      <a:hlink>
        <a:srgbClr val="333399"/>
      </a:hlink>
      <a:folHlink>
        <a:srgbClr val="7030A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3799</TotalTime>
  <Words>867</Words>
  <Application>Microsoft Office PowerPoint</Application>
  <PresentationFormat>On-screen Show (4:3)</PresentationFormat>
  <Paragraphs>36</Paragraphs>
  <Slides>5</Slides>
  <Notes>3</Notes>
  <HiddenSlides>0</HiddenSlides>
  <MMClips>0</MMClips>
  <ScaleCrop>false</ScaleCrop>
  <HeadingPairs>
    <vt:vector size="8" baseType="variant">
      <vt:variant>
        <vt:lpstr>Fonts Used</vt:lpstr>
      </vt:variant>
      <vt:variant>
        <vt:i4>3</vt:i4>
      </vt:variant>
      <vt:variant>
        <vt:lpstr>Theme</vt:lpstr>
      </vt:variant>
      <vt:variant>
        <vt:i4>2</vt:i4>
      </vt:variant>
      <vt:variant>
        <vt:lpstr>Embedded OLE Servers</vt:lpstr>
      </vt:variant>
      <vt:variant>
        <vt:i4>1</vt:i4>
      </vt:variant>
      <vt:variant>
        <vt:lpstr>Slide Titles</vt:lpstr>
      </vt:variant>
      <vt:variant>
        <vt:i4>5</vt:i4>
      </vt:variant>
    </vt:vector>
  </HeadingPairs>
  <TitlesOfParts>
    <vt:vector size="11" baseType="lpstr">
      <vt:lpstr>Verdana</vt:lpstr>
      <vt:lpstr>Times New Roman</vt:lpstr>
      <vt:lpstr>Arial</vt:lpstr>
      <vt:lpstr>USHE</vt:lpstr>
      <vt:lpstr>USHE_slide options</vt:lpstr>
      <vt:lpstr>Equation</vt:lpstr>
      <vt:lpstr>Fundamentals of Anatomy &amp; Physiology</vt:lpstr>
      <vt:lpstr>Learning Outcomes (1 of 2)</vt:lpstr>
      <vt:lpstr>Introduction to the Brain and Cranial Nerves</vt:lpstr>
      <vt:lpstr>Figure 14–1</vt:lpstr>
      <vt:lpstr>14-4 The Pons (1 of 2)</vt:lpstr>
    </vt:vector>
  </TitlesOfParts>
  <Company>Pearson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Fundamentals of Anatomy &amp; Physiology, Twelfth Edition, Chapter 14</dc:title>
  <dc:subject>Fundamentals of Anatomy and Physiology</dc:subject>
  <dc:creator>Martini, Nath and Bartholomew</dc:creator>
  <cp:keywords/>
  <dc:description/>
  <cp:lastModifiedBy>Tyler Hostetter</cp:lastModifiedBy>
  <cp:revision>356</cp:revision>
  <dcterms:modified xsi:type="dcterms:W3CDTF">2026-10-15T20:56:07Z</dcterms:modified>
</cp:coreProperties>
</file>