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9"/>
  </p:notesMasterIdLst>
  <p:handoutMasterIdLst>
    <p:handoutMasterId r:id="rId10"/>
  </p:handoutMasterIdLst>
  <p:sldIdLst>
    <p:sldId id="471" r:id="rId3"/>
    <p:sldId id="324" r:id="rId4"/>
    <p:sldId id="332" r:id="rId5"/>
    <p:sldId id="389" r:id="rId6"/>
    <p:sldId id="822" r:id="rId7"/>
    <p:sldId id="1090" r:id="rId8"/>
  </p:sldIdLst>
  <p:sldSz cx="9144000" cy="6858000" type="screen4x3"/>
  <p:notesSz cx="6858000" cy="9144000"/>
  <p:embeddedFontLst>
    <p:embeddedFont>
      <p:font typeface="Verdana" panose="020B060403050404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65" userDrawn="1">
          <p15:clr>
            <a:srgbClr val="A4A3A4"/>
          </p15:clr>
        </p15:guide>
        <p15:guide id="2" pos="272" userDrawn="1">
          <p15:clr>
            <a:srgbClr val="A4A3A4"/>
          </p15:clr>
        </p15:guide>
        <p15:guide id="3" pos="5465" userDrawn="1">
          <p15:clr>
            <a:srgbClr val="A4A3A4"/>
          </p15:clr>
        </p15:guide>
        <p15:guide id="4" orient="horz" pos="391" userDrawn="1">
          <p15:clr>
            <a:srgbClr val="A4A3A4"/>
          </p15:clr>
        </p15:guide>
        <p15:guide id="6" orient="horz" pos="2160" userDrawn="1">
          <p15:clr>
            <a:srgbClr val="A4A3A4"/>
          </p15:clr>
        </p15:guide>
        <p15:guide id="7" orient="horz" pos="822" userDrawn="1">
          <p15:clr>
            <a:srgbClr val="A4A3A4"/>
          </p15:clr>
        </p15:guide>
        <p15:guide id="8" orient="horz" pos="111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3" autoAdjust="0"/>
    <p:restoredTop sz="79601" autoAdjust="0"/>
  </p:normalViewPr>
  <p:slideViewPr>
    <p:cSldViewPr snapToGrid="0" snapToObjects="1">
      <p:cViewPr varScale="1">
        <p:scale>
          <a:sx n="88" d="100"/>
          <a:sy n="88" d="100"/>
        </p:scale>
        <p:origin x="2346" y="102"/>
      </p:cViewPr>
      <p:guideLst>
        <p:guide orient="horz" pos="4065"/>
        <p:guide pos="272"/>
        <p:guide pos="5465"/>
        <p:guide orient="horz" pos="391"/>
        <p:guide orient="horz" pos="2160"/>
        <p:guide orient="horz" pos="822"/>
        <p:guide orient="horz" pos="1117"/>
      </p:guideLst>
    </p:cSldViewPr>
  </p:slideViewPr>
  <p:outlineViewPr>
    <p:cViewPr>
      <p:scale>
        <a:sx n="33" d="100"/>
        <a:sy n="33" d="100"/>
      </p:scale>
      <p:origin x="0" y="-10879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handoutMaster" Target="handoutMasters/handoutMaster1.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Hostetter" userId="5b8c5ebae3fb9c60" providerId="LiveId" clId="{E72C2050-1AE1-4949-9100-82F1C7C5C826}"/>
    <pc:docChg chg="undo custSel addSld delSld">
      <pc:chgData name="Tyler Hostetter" userId="5b8c5ebae3fb9c60" providerId="LiveId" clId="{E72C2050-1AE1-4949-9100-82F1C7C5C826}" dt="2026-10-13T15:32:46.716" v="2" actId="47"/>
      <pc:docMkLst>
        <pc:docMk/>
      </pc:docMkLst>
      <pc:sldChg chg="add del">
        <pc:chgData name="Tyler Hostetter" userId="5b8c5ebae3fb9c60" providerId="LiveId" clId="{E72C2050-1AE1-4949-9100-82F1C7C5C826}" dt="2026-10-13T15:32:46.716" v="2" actId="47"/>
        <pc:sldMkLst>
          <pc:docMk/>
          <pc:sldMk cId="0" sldId="298"/>
        </pc:sldMkLst>
      </pc:sldChg>
      <pc:sldChg chg="add del">
        <pc:chgData name="Tyler Hostetter" userId="5b8c5ebae3fb9c60" providerId="LiveId" clId="{E72C2050-1AE1-4949-9100-82F1C7C5C826}" dt="2026-10-13T15:32:37.526" v="1" actId="47"/>
        <pc:sldMkLst>
          <pc:docMk/>
          <pc:sldMk cId="3388916075" sldId="332"/>
        </pc:sldMkLst>
      </pc:sldChg>
      <pc:sldChg chg="add del">
        <pc:chgData name="Tyler Hostetter" userId="5b8c5ebae3fb9c60" providerId="LiveId" clId="{E72C2050-1AE1-4949-9100-82F1C7C5C826}" dt="2026-10-13T15:32:46.716" v="2" actId="47"/>
        <pc:sldMkLst>
          <pc:docMk/>
          <pc:sldMk cId="3606452822" sldId="379"/>
        </pc:sldMkLst>
      </pc:sldChg>
      <pc:sldChg chg="add del">
        <pc:chgData name="Tyler Hostetter" userId="5b8c5ebae3fb9c60" providerId="LiveId" clId="{E72C2050-1AE1-4949-9100-82F1C7C5C826}" dt="2026-10-13T15:32:37.526" v="1" actId="47"/>
        <pc:sldMkLst>
          <pc:docMk/>
          <pc:sldMk cId="3870162002" sldId="389"/>
        </pc:sldMkLst>
      </pc:sldChg>
      <pc:sldChg chg="add del">
        <pc:chgData name="Tyler Hostetter" userId="5b8c5ebae3fb9c60" providerId="LiveId" clId="{E72C2050-1AE1-4949-9100-82F1C7C5C826}" dt="2026-10-13T15:32:46.716" v="2" actId="47"/>
        <pc:sldMkLst>
          <pc:docMk/>
          <pc:sldMk cId="3914125408" sldId="489"/>
        </pc:sldMkLst>
      </pc:sldChg>
      <pc:sldChg chg="add del">
        <pc:chgData name="Tyler Hostetter" userId="5b8c5ebae3fb9c60" providerId="LiveId" clId="{E72C2050-1AE1-4949-9100-82F1C7C5C826}" dt="2026-10-13T15:32:46.716" v="2" actId="47"/>
        <pc:sldMkLst>
          <pc:docMk/>
          <pc:sldMk cId="4249472761" sldId="749"/>
        </pc:sldMkLst>
      </pc:sldChg>
      <pc:sldChg chg="add del">
        <pc:chgData name="Tyler Hostetter" userId="5b8c5ebae3fb9c60" providerId="LiveId" clId="{E72C2050-1AE1-4949-9100-82F1C7C5C826}" dt="2026-10-13T15:32:37.526" v="1" actId="47"/>
        <pc:sldMkLst>
          <pc:docMk/>
          <pc:sldMk cId="1437332569" sldId="822"/>
        </pc:sldMkLst>
      </pc:sldChg>
      <pc:sldChg chg="add del">
        <pc:chgData name="Tyler Hostetter" userId="5b8c5ebae3fb9c60" providerId="LiveId" clId="{E72C2050-1AE1-4949-9100-82F1C7C5C826}" dt="2026-10-13T15:32:37.526" v="1" actId="47"/>
        <pc:sldMkLst>
          <pc:docMk/>
          <pc:sldMk cId="1691533453" sldId="1090"/>
        </pc:sldMkLst>
      </pc:sldChg>
      <pc:sldChg chg="add del">
        <pc:chgData name="Tyler Hostetter" userId="5b8c5ebae3fb9c60" providerId="LiveId" clId="{E72C2050-1AE1-4949-9100-82F1C7C5C826}" dt="2026-10-13T15:32:46.716" v="2" actId="47"/>
        <pc:sldMkLst>
          <pc:docMk/>
          <pc:sldMk cId="4176376776" sldId="1091"/>
        </pc:sldMkLst>
      </pc:sldChg>
      <pc:sldChg chg="add del">
        <pc:chgData name="Tyler Hostetter" userId="5b8c5ebae3fb9c60" providerId="LiveId" clId="{E72C2050-1AE1-4949-9100-82F1C7C5C826}" dt="2026-10-13T15:32:46.716" v="2" actId="47"/>
        <pc:sldMkLst>
          <pc:docMk/>
          <pc:sldMk cId="1254182126" sldId="1092"/>
        </pc:sldMkLst>
      </pc:sldChg>
      <pc:sldChg chg="add del">
        <pc:chgData name="Tyler Hostetter" userId="5b8c5ebae3fb9c60" providerId="LiveId" clId="{E72C2050-1AE1-4949-9100-82F1C7C5C826}" dt="2026-10-13T15:32:46.716" v="2" actId="47"/>
        <pc:sldMkLst>
          <pc:docMk/>
          <pc:sldMk cId="1997620848" sldId="1093"/>
        </pc:sldMkLst>
      </pc:sldChg>
      <pc:sldChg chg="add del">
        <pc:chgData name="Tyler Hostetter" userId="5b8c5ebae3fb9c60" providerId="LiveId" clId="{E72C2050-1AE1-4949-9100-82F1C7C5C826}" dt="2026-10-13T15:32:46.716" v="2" actId="47"/>
        <pc:sldMkLst>
          <pc:docMk/>
          <pc:sldMk cId="316449659" sldId="1094"/>
        </pc:sldMkLst>
      </pc:sldChg>
      <pc:sldChg chg="add del">
        <pc:chgData name="Tyler Hostetter" userId="5b8c5ebae3fb9c60" providerId="LiveId" clId="{E72C2050-1AE1-4949-9100-82F1C7C5C826}" dt="2026-10-13T15:32:46.716" v="2" actId="47"/>
        <pc:sldMkLst>
          <pc:docMk/>
          <pc:sldMk cId="3139822100" sldId="1095"/>
        </pc:sldMkLst>
      </pc:sldChg>
      <pc:sldChg chg="add del">
        <pc:chgData name="Tyler Hostetter" userId="5b8c5ebae3fb9c60" providerId="LiveId" clId="{E72C2050-1AE1-4949-9100-82F1C7C5C826}" dt="2026-10-13T15:32:46.716" v="2" actId="47"/>
        <pc:sldMkLst>
          <pc:docMk/>
          <pc:sldMk cId="2896090047" sldId="1096"/>
        </pc:sldMkLst>
      </pc:sldChg>
      <pc:sldChg chg="add del">
        <pc:chgData name="Tyler Hostetter" userId="5b8c5ebae3fb9c60" providerId="LiveId" clId="{E72C2050-1AE1-4949-9100-82F1C7C5C826}" dt="2026-10-13T15:32:46.716" v="2" actId="47"/>
        <pc:sldMkLst>
          <pc:docMk/>
          <pc:sldMk cId="200884461" sldId="1097"/>
        </pc:sldMkLst>
      </pc:sldChg>
      <pc:sldChg chg="add del">
        <pc:chgData name="Tyler Hostetter" userId="5b8c5ebae3fb9c60" providerId="LiveId" clId="{E72C2050-1AE1-4949-9100-82F1C7C5C826}" dt="2026-10-13T15:32:46.716" v="2" actId="47"/>
        <pc:sldMkLst>
          <pc:docMk/>
          <pc:sldMk cId="2385224320" sldId="1098"/>
        </pc:sldMkLst>
      </pc:sldChg>
      <pc:sldChg chg="add del">
        <pc:chgData name="Tyler Hostetter" userId="5b8c5ebae3fb9c60" providerId="LiveId" clId="{E72C2050-1AE1-4949-9100-82F1C7C5C826}" dt="2026-10-13T15:32:46.716" v="2" actId="47"/>
        <pc:sldMkLst>
          <pc:docMk/>
          <pc:sldMk cId="3350619075" sldId="1099"/>
        </pc:sldMkLst>
      </pc:sldChg>
      <pc:sldChg chg="add del">
        <pc:chgData name="Tyler Hostetter" userId="5b8c5ebae3fb9c60" providerId="LiveId" clId="{E72C2050-1AE1-4949-9100-82F1C7C5C826}" dt="2026-10-13T15:32:46.716" v="2" actId="47"/>
        <pc:sldMkLst>
          <pc:docMk/>
          <pc:sldMk cId="4255120908" sldId="1100"/>
        </pc:sldMkLst>
      </pc:sldChg>
      <pc:sldChg chg="add del">
        <pc:chgData name="Tyler Hostetter" userId="5b8c5ebae3fb9c60" providerId="LiveId" clId="{E72C2050-1AE1-4949-9100-82F1C7C5C826}" dt="2026-10-13T15:32:46.716" v="2" actId="47"/>
        <pc:sldMkLst>
          <pc:docMk/>
          <pc:sldMk cId="379463041" sldId="1101"/>
        </pc:sldMkLst>
      </pc:sldChg>
      <pc:sldChg chg="add del">
        <pc:chgData name="Tyler Hostetter" userId="5b8c5ebae3fb9c60" providerId="LiveId" clId="{E72C2050-1AE1-4949-9100-82F1C7C5C826}" dt="2026-10-13T15:32:46.716" v="2" actId="47"/>
        <pc:sldMkLst>
          <pc:docMk/>
          <pc:sldMk cId="3117498618" sldId="1102"/>
        </pc:sldMkLst>
      </pc:sldChg>
      <pc:sldChg chg="add del">
        <pc:chgData name="Tyler Hostetter" userId="5b8c5ebae3fb9c60" providerId="LiveId" clId="{E72C2050-1AE1-4949-9100-82F1C7C5C826}" dt="2026-10-13T15:32:46.716" v="2" actId="47"/>
        <pc:sldMkLst>
          <pc:docMk/>
          <pc:sldMk cId="2042197375" sldId="1103"/>
        </pc:sldMkLst>
      </pc:sldChg>
      <pc:sldChg chg="add del">
        <pc:chgData name="Tyler Hostetter" userId="5b8c5ebae3fb9c60" providerId="LiveId" clId="{E72C2050-1AE1-4949-9100-82F1C7C5C826}" dt="2026-10-13T15:32:46.716" v="2" actId="47"/>
        <pc:sldMkLst>
          <pc:docMk/>
          <pc:sldMk cId="3446354887" sldId="1104"/>
        </pc:sldMkLst>
      </pc:sldChg>
      <pc:sldChg chg="add del">
        <pc:chgData name="Tyler Hostetter" userId="5b8c5ebae3fb9c60" providerId="LiveId" clId="{E72C2050-1AE1-4949-9100-82F1C7C5C826}" dt="2026-10-13T15:32:46.716" v="2" actId="47"/>
        <pc:sldMkLst>
          <pc:docMk/>
          <pc:sldMk cId="1139664038" sldId="1105"/>
        </pc:sldMkLst>
      </pc:sldChg>
      <pc:sldChg chg="add del">
        <pc:chgData name="Tyler Hostetter" userId="5b8c5ebae3fb9c60" providerId="LiveId" clId="{E72C2050-1AE1-4949-9100-82F1C7C5C826}" dt="2026-10-13T15:32:46.716" v="2" actId="47"/>
        <pc:sldMkLst>
          <pc:docMk/>
          <pc:sldMk cId="919955747" sldId="1106"/>
        </pc:sldMkLst>
      </pc:sldChg>
      <pc:sldChg chg="add del">
        <pc:chgData name="Tyler Hostetter" userId="5b8c5ebae3fb9c60" providerId="LiveId" clId="{E72C2050-1AE1-4949-9100-82F1C7C5C826}" dt="2026-10-13T15:32:46.716" v="2" actId="47"/>
        <pc:sldMkLst>
          <pc:docMk/>
          <pc:sldMk cId="118155675" sldId="1107"/>
        </pc:sldMkLst>
      </pc:sldChg>
      <pc:sldChg chg="add del">
        <pc:chgData name="Tyler Hostetter" userId="5b8c5ebae3fb9c60" providerId="LiveId" clId="{E72C2050-1AE1-4949-9100-82F1C7C5C826}" dt="2026-10-13T15:32:46.716" v="2" actId="47"/>
        <pc:sldMkLst>
          <pc:docMk/>
          <pc:sldMk cId="3832599545" sldId="1108"/>
        </pc:sldMkLst>
      </pc:sldChg>
      <pc:sldChg chg="add del">
        <pc:chgData name="Tyler Hostetter" userId="5b8c5ebae3fb9c60" providerId="LiveId" clId="{E72C2050-1AE1-4949-9100-82F1C7C5C826}" dt="2026-10-13T15:32:46.716" v="2" actId="47"/>
        <pc:sldMkLst>
          <pc:docMk/>
          <pc:sldMk cId="475445297" sldId="1109"/>
        </pc:sldMkLst>
      </pc:sldChg>
      <pc:sldChg chg="add del">
        <pc:chgData name="Tyler Hostetter" userId="5b8c5ebae3fb9c60" providerId="LiveId" clId="{E72C2050-1AE1-4949-9100-82F1C7C5C826}" dt="2026-10-13T15:32:46.716" v="2" actId="47"/>
        <pc:sldMkLst>
          <pc:docMk/>
          <pc:sldMk cId="346421819" sldId="1110"/>
        </pc:sldMkLst>
      </pc:sldChg>
      <pc:sldChg chg="add del">
        <pc:chgData name="Tyler Hostetter" userId="5b8c5ebae3fb9c60" providerId="LiveId" clId="{E72C2050-1AE1-4949-9100-82F1C7C5C826}" dt="2026-10-13T15:32:46.716" v="2" actId="47"/>
        <pc:sldMkLst>
          <pc:docMk/>
          <pc:sldMk cId="2885914272" sldId="1111"/>
        </pc:sldMkLst>
      </pc:sldChg>
      <pc:sldChg chg="add del">
        <pc:chgData name="Tyler Hostetter" userId="5b8c5ebae3fb9c60" providerId="LiveId" clId="{E72C2050-1AE1-4949-9100-82F1C7C5C826}" dt="2026-10-13T15:32:46.716" v="2" actId="47"/>
        <pc:sldMkLst>
          <pc:docMk/>
          <pc:sldMk cId="4159421645" sldId="1112"/>
        </pc:sldMkLst>
      </pc:sldChg>
      <pc:sldChg chg="add del">
        <pc:chgData name="Tyler Hostetter" userId="5b8c5ebae3fb9c60" providerId="LiveId" clId="{E72C2050-1AE1-4949-9100-82F1C7C5C826}" dt="2026-10-13T15:32:46.716" v="2" actId="47"/>
        <pc:sldMkLst>
          <pc:docMk/>
          <pc:sldMk cId="631049485" sldId="1113"/>
        </pc:sldMkLst>
      </pc:sldChg>
      <pc:sldChg chg="add del">
        <pc:chgData name="Tyler Hostetter" userId="5b8c5ebae3fb9c60" providerId="LiveId" clId="{E72C2050-1AE1-4949-9100-82F1C7C5C826}" dt="2026-10-13T15:32:46.716" v="2" actId="47"/>
        <pc:sldMkLst>
          <pc:docMk/>
          <pc:sldMk cId="62507754" sldId="1114"/>
        </pc:sldMkLst>
      </pc:sldChg>
      <pc:sldChg chg="add del">
        <pc:chgData name="Tyler Hostetter" userId="5b8c5ebae3fb9c60" providerId="LiveId" clId="{E72C2050-1AE1-4949-9100-82F1C7C5C826}" dt="2026-10-13T15:32:46.716" v="2" actId="47"/>
        <pc:sldMkLst>
          <pc:docMk/>
          <pc:sldMk cId="1151656623" sldId="1115"/>
        </pc:sldMkLst>
      </pc:sldChg>
      <pc:sldChg chg="add del">
        <pc:chgData name="Tyler Hostetter" userId="5b8c5ebae3fb9c60" providerId="LiveId" clId="{E72C2050-1AE1-4949-9100-82F1C7C5C826}" dt="2026-10-13T15:32:46.716" v="2" actId="47"/>
        <pc:sldMkLst>
          <pc:docMk/>
          <pc:sldMk cId="1032306701" sldId="1116"/>
        </pc:sldMkLst>
      </pc:sldChg>
      <pc:sldChg chg="add del">
        <pc:chgData name="Tyler Hostetter" userId="5b8c5ebae3fb9c60" providerId="LiveId" clId="{E72C2050-1AE1-4949-9100-82F1C7C5C826}" dt="2026-10-13T15:32:46.716" v="2" actId="47"/>
        <pc:sldMkLst>
          <pc:docMk/>
          <pc:sldMk cId="1209060107" sldId="1117"/>
        </pc:sldMkLst>
      </pc:sldChg>
      <pc:sldChg chg="add del">
        <pc:chgData name="Tyler Hostetter" userId="5b8c5ebae3fb9c60" providerId="LiveId" clId="{E72C2050-1AE1-4949-9100-82F1C7C5C826}" dt="2026-10-13T15:32:46.716" v="2" actId="47"/>
        <pc:sldMkLst>
          <pc:docMk/>
          <pc:sldMk cId="2580199125" sldId="1118"/>
        </pc:sldMkLst>
      </pc:sldChg>
      <pc:sldChg chg="add del">
        <pc:chgData name="Tyler Hostetter" userId="5b8c5ebae3fb9c60" providerId="LiveId" clId="{E72C2050-1AE1-4949-9100-82F1C7C5C826}" dt="2026-10-13T15:32:46.716" v="2" actId="47"/>
        <pc:sldMkLst>
          <pc:docMk/>
          <pc:sldMk cId="2818751772" sldId="1119"/>
        </pc:sldMkLst>
      </pc:sldChg>
      <pc:sldChg chg="add del">
        <pc:chgData name="Tyler Hostetter" userId="5b8c5ebae3fb9c60" providerId="LiveId" clId="{E72C2050-1AE1-4949-9100-82F1C7C5C826}" dt="2026-10-13T15:32:46.716" v="2" actId="47"/>
        <pc:sldMkLst>
          <pc:docMk/>
          <pc:sldMk cId="282027151" sldId="1120"/>
        </pc:sldMkLst>
      </pc:sldChg>
      <pc:sldChg chg="add del">
        <pc:chgData name="Tyler Hostetter" userId="5b8c5ebae3fb9c60" providerId="LiveId" clId="{E72C2050-1AE1-4949-9100-82F1C7C5C826}" dt="2026-10-13T15:32:46.716" v="2" actId="47"/>
        <pc:sldMkLst>
          <pc:docMk/>
          <pc:sldMk cId="3419004885" sldId="1121"/>
        </pc:sldMkLst>
      </pc:sldChg>
      <pc:sldChg chg="add del">
        <pc:chgData name="Tyler Hostetter" userId="5b8c5ebae3fb9c60" providerId="LiveId" clId="{E72C2050-1AE1-4949-9100-82F1C7C5C826}" dt="2026-10-13T15:32:46.716" v="2" actId="47"/>
        <pc:sldMkLst>
          <pc:docMk/>
          <pc:sldMk cId="807717465" sldId="1122"/>
        </pc:sldMkLst>
      </pc:sldChg>
      <pc:sldChg chg="add del">
        <pc:chgData name="Tyler Hostetter" userId="5b8c5ebae3fb9c60" providerId="LiveId" clId="{E72C2050-1AE1-4949-9100-82F1C7C5C826}" dt="2026-10-13T15:32:46.716" v="2" actId="47"/>
        <pc:sldMkLst>
          <pc:docMk/>
          <pc:sldMk cId="3786499846" sldId="1123"/>
        </pc:sldMkLst>
      </pc:sldChg>
      <pc:sldChg chg="add del">
        <pc:chgData name="Tyler Hostetter" userId="5b8c5ebae3fb9c60" providerId="LiveId" clId="{E72C2050-1AE1-4949-9100-82F1C7C5C826}" dt="2026-10-13T15:32:46.716" v="2" actId="47"/>
        <pc:sldMkLst>
          <pc:docMk/>
          <pc:sldMk cId="977975141" sldId="1124"/>
        </pc:sldMkLst>
      </pc:sldChg>
      <pc:sldChg chg="add del">
        <pc:chgData name="Tyler Hostetter" userId="5b8c5ebae3fb9c60" providerId="LiveId" clId="{E72C2050-1AE1-4949-9100-82F1C7C5C826}" dt="2026-10-13T15:32:46.716" v="2" actId="47"/>
        <pc:sldMkLst>
          <pc:docMk/>
          <pc:sldMk cId="4279213117" sldId="1126"/>
        </pc:sldMkLst>
      </pc:sldChg>
      <pc:sldChg chg="add del">
        <pc:chgData name="Tyler Hostetter" userId="5b8c5ebae3fb9c60" providerId="LiveId" clId="{E72C2050-1AE1-4949-9100-82F1C7C5C826}" dt="2026-10-13T15:32:46.716" v="2" actId="47"/>
        <pc:sldMkLst>
          <pc:docMk/>
          <pc:sldMk cId="226127507" sldId="1127"/>
        </pc:sldMkLst>
      </pc:sldChg>
      <pc:sldChg chg="add del">
        <pc:chgData name="Tyler Hostetter" userId="5b8c5ebae3fb9c60" providerId="LiveId" clId="{E72C2050-1AE1-4949-9100-82F1C7C5C826}" dt="2026-10-13T15:32:46.716" v="2" actId="47"/>
        <pc:sldMkLst>
          <pc:docMk/>
          <pc:sldMk cId="395010230" sldId="1128"/>
        </pc:sldMkLst>
      </pc:sldChg>
      <pc:sldChg chg="add del">
        <pc:chgData name="Tyler Hostetter" userId="5b8c5ebae3fb9c60" providerId="LiveId" clId="{E72C2050-1AE1-4949-9100-82F1C7C5C826}" dt="2026-10-13T15:32:46.716" v="2" actId="47"/>
        <pc:sldMkLst>
          <pc:docMk/>
          <pc:sldMk cId="1841538420" sldId="1129"/>
        </pc:sldMkLst>
      </pc:sldChg>
      <pc:sldChg chg="add del">
        <pc:chgData name="Tyler Hostetter" userId="5b8c5ebae3fb9c60" providerId="LiveId" clId="{E72C2050-1AE1-4949-9100-82F1C7C5C826}" dt="2026-10-13T15:32:46.716" v="2" actId="47"/>
        <pc:sldMkLst>
          <pc:docMk/>
          <pc:sldMk cId="726214766" sldId="1130"/>
        </pc:sldMkLst>
      </pc:sldChg>
      <pc:sldChg chg="add del">
        <pc:chgData name="Tyler Hostetter" userId="5b8c5ebae3fb9c60" providerId="LiveId" clId="{E72C2050-1AE1-4949-9100-82F1C7C5C826}" dt="2026-10-13T15:32:46.716" v="2" actId="47"/>
        <pc:sldMkLst>
          <pc:docMk/>
          <pc:sldMk cId="1373116032" sldId="1131"/>
        </pc:sldMkLst>
      </pc:sldChg>
      <pc:sldChg chg="add del">
        <pc:chgData name="Tyler Hostetter" userId="5b8c5ebae3fb9c60" providerId="LiveId" clId="{E72C2050-1AE1-4949-9100-82F1C7C5C826}" dt="2026-10-13T15:32:46.716" v="2" actId="47"/>
        <pc:sldMkLst>
          <pc:docMk/>
          <pc:sldMk cId="105204821" sldId="1132"/>
        </pc:sldMkLst>
      </pc:sldChg>
      <pc:sldChg chg="add del">
        <pc:chgData name="Tyler Hostetter" userId="5b8c5ebae3fb9c60" providerId="LiveId" clId="{E72C2050-1AE1-4949-9100-82F1C7C5C826}" dt="2026-10-13T15:32:46.716" v="2" actId="47"/>
        <pc:sldMkLst>
          <pc:docMk/>
          <pc:sldMk cId="321052790" sldId="1133"/>
        </pc:sldMkLst>
      </pc:sldChg>
      <pc:sldChg chg="add del">
        <pc:chgData name="Tyler Hostetter" userId="5b8c5ebae3fb9c60" providerId="LiveId" clId="{E72C2050-1AE1-4949-9100-82F1C7C5C826}" dt="2026-10-13T15:32:46.716" v="2" actId="47"/>
        <pc:sldMkLst>
          <pc:docMk/>
          <pc:sldMk cId="3149438621" sldId="1134"/>
        </pc:sldMkLst>
      </pc:sldChg>
      <pc:sldChg chg="add del">
        <pc:chgData name="Tyler Hostetter" userId="5b8c5ebae3fb9c60" providerId="LiveId" clId="{E72C2050-1AE1-4949-9100-82F1C7C5C826}" dt="2026-10-13T15:32:46.716" v="2" actId="47"/>
        <pc:sldMkLst>
          <pc:docMk/>
          <pc:sldMk cId="3807337662" sldId="1135"/>
        </pc:sldMkLst>
      </pc:sldChg>
      <pc:sldChg chg="add del">
        <pc:chgData name="Tyler Hostetter" userId="5b8c5ebae3fb9c60" providerId="LiveId" clId="{E72C2050-1AE1-4949-9100-82F1C7C5C826}" dt="2026-10-13T15:32:46.716" v="2" actId="47"/>
        <pc:sldMkLst>
          <pc:docMk/>
          <pc:sldMk cId="1746503241" sldId="1138"/>
        </pc:sldMkLst>
      </pc:sldChg>
      <pc:sldChg chg="add del">
        <pc:chgData name="Tyler Hostetter" userId="5b8c5ebae3fb9c60" providerId="LiveId" clId="{E72C2050-1AE1-4949-9100-82F1C7C5C826}" dt="2026-10-13T15:32:46.716" v="2" actId="47"/>
        <pc:sldMkLst>
          <pc:docMk/>
          <pc:sldMk cId="2656042601" sldId="1139"/>
        </pc:sldMkLst>
      </pc:sldChg>
      <pc:sldChg chg="add del">
        <pc:chgData name="Tyler Hostetter" userId="5b8c5ebae3fb9c60" providerId="LiveId" clId="{E72C2050-1AE1-4949-9100-82F1C7C5C826}" dt="2026-10-13T15:32:46.716" v="2" actId="47"/>
        <pc:sldMkLst>
          <pc:docMk/>
          <pc:sldMk cId="3611448927" sldId="1141"/>
        </pc:sldMkLst>
      </pc:sldChg>
      <pc:sldChg chg="add del">
        <pc:chgData name="Tyler Hostetter" userId="5b8c5ebae3fb9c60" providerId="LiveId" clId="{E72C2050-1AE1-4949-9100-82F1C7C5C826}" dt="2026-10-13T15:32:46.716" v="2" actId="47"/>
        <pc:sldMkLst>
          <pc:docMk/>
          <pc:sldMk cId="339908265" sldId="1143"/>
        </pc:sldMkLst>
      </pc:sldChg>
      <pc:sldChg chg="add del">
        <pc:chgData name="Tyler Hostetter" userId="5b8c5ebae3fb9c60" providerId="LiveId" clId="{E72C2050-1AE1-4949-9100-82F1C7C5C826}" dt="2026-10-13T15:32:46.716" v="2" actId="47"/>
        <pc:sldMkLst>
          <pc:docMk/>
          <pc:sldMk cId="241281957" sldId="1144"/>
        </pc:sldMkLst>
      </pc:sldChg>
      <pc:sldChg chg="add del">
        <pc:chgData name="Tyler Hostetter" userId="5b8c5ebae3fb9c60" providerId="LiveId" clId="{E72C2050-1AE1-4949-9100-82F1C7C5C826}" dt="2026-10-13T15:32:46.716" v="2" actId="47"/>
        <pc:sldMkLst>
          <pc:docMk/>
          <pc:sldMk cId="3366349671" sldId="1145"/>
        </pc:sldMkLst>
      </pc:sldChg>
      <pc:sldChg chg="add del">
        <pc:chgData name="Tyler Hostetter" userId="5b8c5ebae3fb9c60" providerId="LiveId" clId="{E72C2050-1AE1-4949-9100-82F1C7C5C826}" dt="2026-10-13T15:32:46.716" v="2" actId="47"/>
        <pc:sldMkLst>
          <pc:docMk/>
          <pc:sldMk cId="2202231703" sldId="1146"/>
        </pc:sldMkLst>
      </pc:sldChg>
      <pc:sldChg chg="add del">
        <pc:chgData name="Tyler Hostetter" userId="5b8c5ebae3fb9c60" providerId="LiveId" clId="{E72C2050-1AE1-4949-9100-82F1C7C5C826}" dt="2026-10-13T15:32:46.716" v="2" actId="47"/>
        <pc:sldMkLst>
          <pc:docMk/>
          <pc:sldMk cId="3588692295" sldId="1147"/>
        </pc:sldMkLst>
      </pc:sldChg>
      <pc:sldChg chg="add del">
        <pc:chgData name="Tyler Hostetter" userId="5b8c5ebae3fb9c60" providerId="LiveId" clId="{E72C2050-1AE1-4949-9100-82F1C7C5C826}" dt="2026-10-13T15:32:46.716" v="2" actId="47"/>
        <pc:sldMkLst>
          <pc:docMk/>
          <pc:sldMk cId="4184468388" sldId="1148"/>
        </pc:sldMkLst>
      </pc:sldChg>
      <pc:sldChg chg="add del">
        <pc:chgData name="Tyler Hostetter" userId="5b8c5ebae3fb9c60" providerId="LiveId" clId="{E72C2050-1AE1-4949-9100-82F1C7C5C826}" dt="2026-10-13T15:32:46.716" v="2" actId="47"/>
        <pc:sldMkLst>
          <pc:docMk/>
          <pc:sldMk cId="3033281677" sldId="1149"/>
        </pc:sldMkLst>
      </pc:sldChg>
      <pc:sldChg chg="add del">
        <pc:chgData name="Tyler Hostetter" userId="5b8c5ebae3fb9c60" providerId="LiveId" clId="{E72C2050-1AE1-4949-9100-82F1C7C5C826}" dt="2026-10-13T15:32:46.716" v="2" actId="47"/>
        <pc:sldMkLst>
          <pc:docMk/>
          <pc:sldMk cId="1114166707" sldId="1150"/>
        </pc:sldMkLst>
      </pc:sldChg>
      <pc:sldChg chg="add del">
        <pc:chgData name="Tyler Hostetter" userId="5b8c5ebae3fb9c60" providerId="LiveId" clId="{E72C2050-1AE1-4949-9100-82F1C7C5C826}" dt="2026-10-13T15:32:46.716" v="2" actId="47"/>
        <pc:sldMkLst>
          <pc:docMk/>
          <pc:sldMk cId="1420504536" sldId="1151"/>
        </pc:sldMkLst>
      </pc:sldChg>
      <pc:sldChg chg="add del">
        <pc:chgData name="Tyler Hostetter" userId="5b8c5ebae3fb9c60" providerId="LiveId" clId="{E72C2050-1AE1-4949-9100-82F1C7C5C826}" dt="2026-10-13T15:32:46.716" v="2" actId="47"/>
        <pc:sldMkLst>
          <pc:docMk/>
          <pc:sldMk cId="3785020641" sldId="1153"/>
        </pc:sldMkLst>
      </pc:sldChg>
      <pc:sldChg chg="add del">
        <pc:chgData name="Tyler Hostetter" userId="5b8c5ebae3fb9c60" providerId="LiveId" clId="{E72C2050-1AE1-4949-9100-82F1C7C5C826}" dt="2026-10-13T15:32:46.716" v="2" actId="47"/>
        <pc:sldMkLst>
          <pc:docMk/>
          <pc:sldMk cId="4075275978" sldId="1154"/>
        </pc:sldMkLst>
      </pc:sldChg>
      <pc:sldChg chg="add del">
        <pc:chgData name="Tyler Hostetter" userId="5b8c5ebae3fb9c60" providerId="LiveId" clId="{E72C2050-1AE1-4949-9100-82F1C7C5C826}" dt="2026-10-13T15:32:46.716" v="2" actId="47"/>
        <pc:sldMkLst>
          <pc:docMk/>
          <pc:sldMk cId="1033360747" sldId="1155"/>
        </pc:sldMkLst>
      </pc:sldChg>
      <pc:sldChg chg="add del">
        <pc:chgData name="Tyler Hostetter" userId="5b8c5ebae3fb9c60" providerId="LiveId" clId="{E72C2050-1AE1-4949-9100-82F1C7C5C826}" dt="2026-10-13T15:32:46.716" v="2" actId="47"/>
        <pc:sldMkLst>
          <pc:docMk/>
          <pc:sldMk cId="1945514804" sldId="1156"/>
        </pc:sldMkLst>
      </pc:sldChg>
      <pc:sldChg chg="add del">
        <pc:chgData name="Tyler Hostetter" userId="5b8c5ebae3fb9c60" providerId="LiveId" clId="{E72C2050-1AE1-4949-9100-82F1C7C5C826}" dt="2026-10-13T15:32:46.716" v="2" actId="47"/>
        <pc:sldMkLst>
          <pc:docMk/>
          <pc:sldMk cId="3825782459" sldId="1157"/>
        </pc:sldMkLst>
      </pc:sldChg>
      <pc:sldChg chg="add del">
        <pc:chgData name="Tyler Hostetter" userId="5b8c5ebae3fb9c60" providerId="LiveId" clId="{E72C2050-1AE1-4949-9100-82F1C7C5C826}" dt="2026-10-13T15:32:46.716" v="2" actId="47"/>
        <pc:sldMkLst>
          <pc:docMk/>
          <pc:sldMk cId="648704656" sldId="1158"/>
        </pc:sldMkLst>
      </pc:sldChg>
      <pc:sldChg chg="add del">
        <pc:chgData name="Tyler Hostetter" userId="5b8c5ebae3fb9c60" providerId="LiveId" clId="{E72C2050-1AE1-4949-9100-82F1C7C5C826}" dt="2026-10-13T15:32:46.716" v="2" actId="47"/>
        <pc:sldMkLst>
          <pc:docMk/>
          <pc:sldMk cId="1054095976" sldId="1159"/>
        </pc:sldMkLst>
      </pc:sldChg>
      <pc:sldChg chg="add del">
        <pc:chgData name="Tyler Hostetter" userId="5b8c5ebae3fb9c60" providerId="LiveId" clId="{E72C2050-1AE1-4949-9100-82F1C7C5C826}" dt="2026-10-13T15:32:46.716" v="2" actId="47"/>
        <pc:sldMkLst>
          <pc:docMk/>
          <pc:sldMk cId="524066075" sldId="1160"/>
        </pc:sldMkLst>
      </pc:sldChg>
      <pc:sldChg chg="add del">
        <pc:chgData name="Tyler Hostetter" userId="5b8c5ebae3fb9c60" providerId="LiveId" clId="{E72C2050-1AE1-4949-9100-82F1C7C5C826}" dt="2026-10-13T15:32:46.716" v="2" actId="47"/>
        <pc:sldMkLst>
          <pc:docMk/>
          <pc:sldMk cId="2568314892" sldId="1161"/>
        </pc:sldMkLst>
      </pc:sldChg>
      <pc:sldChg chg="add del">
        <pc:chgData name="Tyler Hostetter" userId="5b8c5ebae3fb9c60" providerId="LiveId" clId="{E72C2050-1AE1-4949-9100-82F1C7C5C826}" dt="2026-10-13T15:32:46.716" v="2" actId="47"/>
        <pc:sldMkLst>
          <pc:docMk/>
          <pc:sldMk cId="1788338327" sldId="1162"/>
        </pc:sldMkLst>
      </pc:sldChg>
      <pc:sldChg chg="add del">
        <pc:chgData name="Tyler Hostetter" userId="5b8c5ebae3fb9c60" providerId="LiveId" clId="{E72C2050-1AE1-4949-9100-82F1C7C5C826}" dt="2026-10-13T15:32:46.716" v="2" actId="47"/>
        <pc:sldMkLst>
          <pc:docMk/>
          <pc:sldMk cId="2547538917" sldId="1163"/>
        </pc:sldMkLst>
      </pc:sldChg>
      <pc:sldChg chg="add del">
        <pc:chgData name="Tyler Hostetter" userId="5b8c5ebae3fb9c60" providerId="LiveId" clId="{E72C2050-1AE1-4949-9100-82F1C7C5C826}" dt="2026-10-13T15:32:46.716" v="2" actId="47"/>
        <pc:sldMkLst>
          <pc:docMk/>
          <pc:sldMk cId="757907885" sldId="1165"/>
        </pc:sldMkLst>
      </pc:sldChg>
      <pc:sldChg chg="add del">
        <pc:chgData name="Tyler Hostetter" userId="5b8c5ebae3fb9c60" providerId="LiveId" clId="{E72C2050-1AE1-4949-9100-82F1C7C5C826}" dt="2026-10-13T15:32:46.716" v="2" actId="47"/>
        <pc:sldMkLst>
          <pc:docMk/>
          <pc:sldMk cId="2089284761" sldId="1166"/>
        </pc:sldMkLst>
      </pc:sldChg>
      <pc:sldChg chg="add del">
        <pc:chgData name="Tyler Hostetter" userId="5b8c5ebae3fb9c60" providerId="LiveId" clId="{E72C2050-1AE1-4949-9100-82F1C7C5C826}" dt="2026-10-13T15:32:46.716" v="2" actId="47"/>
        <pc:sldMkLst>
          <pc:docMk/>
          <pc:sldMk cId="70599090" sldId="1167"/>
        </pc:sldMkLst>
      </pc:sldChg>
      <pc:sldChg chg="add del">
        <pc:chgData name="Tyler Hostetter" userId="5b8c5ebae3fb9c60" providerId="LiveId" clId="{E72C2050-1AE1-4949-9100-82F1C7C5C826}" dt="2026-10-13T15:32:46.716" v="2" actId="47"/>
        <pc:sldMkLst>
          <pc:docMk/>
          <pc:sldMk cId="491950" sldId="1168"/>
        </pc:sldMkLst>
      </pc:sldChg>
      <pc:sldChg chg="add del">
        <pc:chgData name="Tyler Hostetter" userId="5b8c5ebae3fb9c60" providerId="LiveId" clId="{E72C2050-1AE1-4949-9100-82F1C7C5C826}" dt="2026-10-13T15:32:46.716" v="2" actId="47"/>
        <pc:sldMkLst>
          <pc:docMk/>
          <pc:sldMk cId="3489071554" sldId="1169"/>
        </pc:sldMkLst>
      </pc:sldChg>
      <pc:sldChg chg="add del">
        <pc:chgData name="Tyler Hostetter" userId="5b8c5ebae3fb9c60" providerId="LiveId" clId="{E72C2050-1AE1-4949-9100-82F1C7C5C826}" dt="2026-10-13T15:32:46.716" v="2" actId="47"/>
        <pc:sldMkLst>
          <pc:docMk/>
          <pc:sldMk cId="1700373514" sldId="1170"/>
        </pc:sldMkLst>
      </pc:sldChg>
      <pc:sldChg chg="add del">
        <pc:chgData name="Tyler Hostetter" userId="5b8c5ebae3fb9c60" providerId="LiveId" clId="{E72C2050-1AE1-4949-9100-82F1C7C5C826}" dt="2026-10-13T15:32:46.716" v="2" actId="47"/>
        <pc:sldMkLst>
          <pc:docMk/>
          <pc:sldMk cId="3238070516" sldId="1171"/>
        </pc:sldMkLst>
      </pc:sldChg>
      <pc:sldChg chg="add del">
        <pc:chgData name="Tyler Hostetter" userId="5b8c5ebae3fb9c60" providerId="LiveId" clId="{E72C2050-1AE1-4949-9100-82F1C7C5C826}" dt="2026-10-13T15:32:46.716" v="2" actId="47"/>
        <pc:sldMkLst>
          <pc:docMk/>
          <pc:sldMk cId="2927188477" sldId="1172"/>
        </pc:sldMkLst>
      </pc:sldChg>
      <pc:sldChg chg="add del">
        <pc:chgData name="Tyler Hostetter" userId="5b8c5ebae3fb9c60" providerId="LiveId" clId="{E72C2050-1AE1-4949-9100-82F1C7C5C826}" dt="2026-10-13T15:32:46.716" v="2" actId="47"/>
        <pc:sldMkLst>
          <pc:docMk/>
          <pc:sldMk cId="3182442123" sldId="1173"/>
        </pc:sldMkLst>
      </pc:sldChg>
      <pc:sldChg chg="add del">
        <pc:chgData name="Tyler Hostetter" userId="5b8c5ebae3fb9c60" providerId="LiveId" clId="{E72C2050-1AE1-4949-9100-82F1C7C5C826}" dt="2026-10-13T15:32:46.716" v="2" actId="47"/>
        <pc:sldMkLst>
          <pc:docMk/>
          <pc:sldMk cId="2539752403" sldId="1174"/>
        </pc:sldMkLst>
      </pc:sldChg>
      <pc:sldChg chg="add del">
        <pc:chgData name="Tyler Hostetter" userId="5b8c5ebae3fb9c60" providerId="LiveId" clId="{E72C2050-1AE1-4949-9100-82F1C7C5C826}" dt="2026-10-13T15:32:46.716" v="2" actId="47"/>
        <pc:sldMkLst>
          <pc:docMk/>
          <pc:sldMk cId="1715383986" sldId="1175"/>
        </pc:sldMkLst>
      </pc:sldChg>
      <pc:sldChg chg="add del">
        <pc:chgData name="Tyler Hostetter" userId="5b8c5ebae3fb9c60" providerId="LiveId" clId="{E72C2050-1AE1-4949-9100-82F1C7C5C826}" dt="2026-10-13T15:32:46.716" v="2" actId="47"/>
        <pc:sldMkLst>
          <pc:docMk/>
          <pc:sldMk cId="2382399929" sldId="1176"/>
        </pc:sldMkLst>
      </pc:sldChg>
      <pc:sldChg chg="add del">
        <pc:chgData name="Tyler Hostetter" userId="5b8c5ebae3fb9c60" providerId="LiveId" clId="{E72C2050-1AE1-4949-9100-82F1C7C5C826}" dt="2026-10-13T15:32:46.716" v="2" actId="47"/>
        <pc:sldMkLst>
          <pc:docMk/>
          <pc:sldMk cId="1742052123" sldId="1177"/>
        </pc:sldMkLst>
      </pc:sldChg>
      <pc:sldChg chg="add del">
        <pc:chgData name="Tyler Hostetter" userId="5b8c5ebae3fb9c60" providerId="LiveId" clId="{E72C2050-1AE1-4949-9100-82F1C7C5C826}" dt="2026-10-13T15:32:46.716" v="2" actId="47"/>
        <pc:sldMkLst>
          <pc:docMk/>
          <pc:sldMk cId="1307445084" sldId="1178"/>
        </pc:sldMkLst>
      </pc:sldChg>
      <pc:sldChg chg="add del">
        <pc:chgData name="Tyler Hostetter" userId="5b8c5ebae3fb9c60" providerId="LiveId" clId="{E72C2050-1AE1-4949-9100-82F1C7C5C826}" dt="2026-10-13T15:32:46.716" v="2" actId="47"/>
        <pc:sldMkLst>
          <pc:docMk/>
          <pc:sldMk cId="862159152" sldId="1179"/>
        </pc:sldMkLst>
      </pc:sldChg>
      <pc:sldChg chg="add del">
        <pc:chgData name="Tyler Hostetter" userId="5b8c5ebae3fb9c60" providerId="LiveId" clId="{E72C2050-1AE1-4949-9100-82F1C7C5C826}" dt="2026-10-13T15:32:46.716" v="2" actId="47"/>
        <pc:sldMkLst>
          <pc:docMk/>
          <pc:sldMk cId="202355627" sldId="1180"/>
        </pc:sldMkLst>
      </pc:sldChg>
      <pc:sldChg chg="add del">
        <pc:chgData name="Tyler Hostetter" userId="5b8c5ebae3fb9c60" providerId="LiveId" clId="{E72C2050-1AE1-4949-9100-82F1C7C5C826}" dt="2026-10-13T15:32:46.716" v="2" actId="47"/>
        <pc:sldMkLst>
          <pc:docMk/>
          <pc:sldMk cId="1449545861" sldId="1181"/>
        </pc:sldMkLst>
      </pc:sldChg>
      <pc:sldChg chg="add del">
        <pc:chgData name="Tyler Hostetter" userId="5b8c5ebae3fb9c60" providerId="LiveId" clId="{E72C2050-1AE1-4949-9100-82F1C7C5C826}" dt="2026-10-13T15:32:46.716" v="2" actId="47"/>
        <pc:sldMkLst>
          <pc:docMk/>
          <pc:sldMk cId="2109796736" sldId="1182"/>
        </pc:sldMkLst>
      </pc:sldChg>
      <pc:sldChg chg="add del">
        <pc:chgData name="Tyler Hostetter" userId="5b8c5ebae3fb9c60" providerId="LiveId" clId="{E72C2050-1AE1-4949-9100-82F1C7C5C826}" dt="2026-10-13T15:32:46.716" v="2" actId="47"/>
        <pc:sldMkLst>
          <pc:docMk/>
          <pc:sldMk cId="967008458" sldId="1183"/>
        </pc:sldMkLst>
      </pc:sldChg>
      <pc:sldChg chg="add del">
        <pc:chgData name="Tyler Hostetter" userId="5b8c5ebae3fb9c60" providerId="LiveId" clId="{E72C2050-1AE1-4949-9100-82F1C7C5C826}" dt="2026-10-13T15:32:46.716" v="2" actId="47"/>
        <pc:sldMkLst>
          <pc:docMk/>
          <pc:sldMk cId="1823465396" sldId="1184"/>
        </pc:sldMkLst>
      </pc:sldChg>
      <pc:sldChg chg="add del">
        <pc:chgData name="Tyler Hostetter" userId="5b8c5ebae3fb9c60" providerId="LiveId" clId="{E72C2050-1AE1-4949-9100-82F1C7C5C826}" dt="2026-10-13T15:32:46.716" v="2" actId="47"/>
        <pc:sldMkLst>
          <pc:docMk/>
          <pc:sldMk cId="569824006" sldId="1185"/>
        </pc:sldMkLst>
      </pc:sldChg>
      <pc:sldChg chg="add del">
        <pc:chgData name="Tyler Hostetter" userId="5b8c5ebae3fb9c60" providerId="LiveId" clId="{E72C2050-1AE1-4949-9100-82F1C7C5C826}" dt="2026-10-13T15:32:46.716" v="2" actId="47"/>
        <pc:sldMkLst>
          <pc:docMk/>
          <pc:sldMk cId="849951132" sldId="1186"/>
        </pc:sldMkLst>
      </pc:sldChg>
      <pc:sldChg chg="add del">
        <pc:chgData name="Tyler Hostetter" userId="5b8c5ebae3fb9c60" providerId="LiveId" clId="{E72C2050-1AE1-4949-9100-82F1C7C5C826}" dt="2026-10-13T15:32:46.716" v="2" actId="47"/>
        <pc:sldMkLst>
          <pc:docMk/>
          <pc:sldMk cId="1825404804" sldId="1187"/>
        </pc:sldMkLst>
      </pc:sldChg>
      <pc:sldChg chg="add del">
        <pc:chgData name="Tyler Hostetter" userId="5b8c5ebae3fb9c60" providerId="LiveId" clId="{E72C2050-1AE1-4949-9100-82F1C7C5C826}" dt="2026-10-13T15:32:46.716" v="2" actId="47"/>
        <pc:sldMkLst>
          <pc:docMk/>
          <pc:sldMk cId="2119156927" sldId="1189"/>
        </pc:sldMkLst>
      </pc:sldChg>
      <pc:sldChg chg="add del">
        <pc:chgData name="Tyler Hostetter" userId="5b8c5ebae3fb9c60" providerId="LiveId" clId="{E72C2050-1AE1-4949-9100-82F1C7C5C826}" dt="2026-10-13T15:32:46.716" v="2" actId="47"/>
        <pc:sldMkLst>
          <pc:docMk/>
          <pc:sldMk cId="14908983" sldId="1190"/>
        </pc:sldMkLst>
      </pc:sldChg>
      <pc:sldChg chg="add del">
        <pc:chgData name="Tyler Hostetter" userId="5b8c5ebae3fb9c60" providerId="LiveId" clId="{E72C2050-1AE1-4949-9100-82F1C7C5C826}" dt="2026-10-13T15:32:46.716" v="2" actId="47"/>
        <pc:sldMkLst>
          <pc:docMk/>
          <pc:sldMk cId="85754407" sldId="1192"/>
        </pc:sldMkLst>
      </pc:sldChg>
      <pc:sldChg chg="add del">
        <pc:chgData name="Tyler Hostetter" userId="5b8c5ebae3fb9c60" providerId="LiveId" clId="{E72C2050-1AE1-4949-9100-82F1C7C5C826}" dt="2026-10-13T15:32:46.716" v="2" actId="47"/>
        <pc:sldMkLst>
          <pc:docMk/>
          <pc:sldMk cId="2983062777" sldId="1193"/>
        </pc:sldMkLst>
      </pc:sldChg>
      <pc:sldChg chg="add del">
        <pc:chgData name="Tyler Hostetter" userId="5b8c5ebae3fb9c60" providerId="LiveId" clId="{E72C2050-1AE1-4949-9100-82F1C7C5C826}" dt="2026-10-13T15:32:46.716" v="2" actId="47"/>
        <pc:sldMkLst>
          <pc:docMk/>
          <pc:sldMk cId="2969494809" sldId="1194"/>
        </pc:sldMkLst>
      </pc:sldChg>
      <pc:sldChg chg="add del">
        <pc:chgData name="Tyler Hostetter" userId="5b8c5ebae3fb9c60" providerId="LiveId" clId="{E72C2050-1AE1-4949-9100-82F1C7C5C826}" dt="2026-10-13T15:32:46.716" v="2" actId="47"/>
        <pc:sldMkLst>
          <pc:docMk/>
          <pc:sldMk cId="2448373198" sldId="1195"/>
        </pc:sldMkLst>
      </pc:sldChg>
      <pc:sldChg chg="add del">
        <pc:chgData name="Tyler Hostetter" userId="5b8c5ebae3fb9c60" providerId="LiveId" clId="{E72C2050-1AE1-4949-9100-82F1C7C5C826}" dt="2026-10-13T15:32:46.716" v="2" actId="47"/>
        <pc:sldMkLst>
          <pc:docMk/>
          <pc:sldMk cId="3977552107" sldId="1196"/>
        </pc:sldMkLst>
      </pc:sldChg>
      <pc:sldChg chg="add del">
        <pc:chgData name="Tyler Hostetter" userId="5b8c5ebae3fb9c60" providerId="LiveId" clId="{E72C2050-1AE1-4949-9100-82F1C7C5C826}" dt="2026-10-13T15:32:46.716" v="2" actId="47"/>
        <pc:sldMkLst>
          <pc:docMk/>
          <pc:sldMk cId="730996835" sldId="1197"/>
        </pc:sldMkLst>
      </pc:sldChg>
      <pc:sldChg chg="add del">
        <pc:chgData name="Tyler Hostetter" userId="5b8c5ebae3fb9c60" providerId="LiveId" clId="{E72C2050-1AE1-4949-9100-82F1C7C5C826}" dt="2026-10-13T15:32:46.716" v="2" actId="47"/>
        <pc:sldMkLst>
          <pc:docMk/>
          <pc:sldMk cId="2054386659" sldId="1198"/>
        </pc:sldMkLst>
      </pc:sldChg>
      <pc:sldChg chg="add del">
        <pc:chgData name="Tyler Hostetter" userId="5b8c5ebae3fb9c60" providerId="LiveId" clId="{E72C2050-1AE1-4949-9100-82F1C7C5C826}" dt="2026-10-13T15:32:46.716" v="2" actId="47"/>
        <pc:sldMkLst>
          <pc:docMk/>
          <pc:sldMk cId="1747329621" sldId="1199"/>
        </pc:sldMkLst>
      </pc:sldChg>
      <pc:sldChg chg="add del">
        <pc:chgData name="Tyler Hostetter" userId="5b8c5ebae3fb9c60" providerId="LiveId" clId="{E72C2050-1AE1-4949-9100-82F1C7C5C826}" dt="2026-10-13T15:32:46.716" v="2" actId="47"/>
        <pc:sldMkLst>
          <pc:docMk/>
          <pc:sldMk cId="1686381715" sldId="1200"/>
        </pc:sldMkLst>
      </pc:sldChg>
      <pc:sldChg chg="add del">
        <pc:chgData name="Tyler Hostetter" userId="5b8c5ebae3fb9c60" providerId="LiveId" clId="{E72C2050-1AE1-4949-9100-82F1C7C5C826}" dt="2026-10-13T15:32:46.716" v="2" actId="47"/>
        <pc:sldMkLst>
          <pc:docMk/>
          <pc:sldMk cId="3172603497" sldId="1201"/>
        </pc:sldMkLst>
      </pc:sldChg>
      <pc:sldChg chg="add del">
        <pc:chgData name="Tyler Hostetter" userId="5b8c5ebae3fb9c60" providerId="LiveId" clId="{E72C2050-1AE1-4949-9100-82F1C7C5C826}" dt="2026-10-13T15:32:46.716" v="2" actId="47"/>
        <pc:sldMkLst>
          <pc:docMk/>
          <pc:sldMk cId="2913278474" sldId="1202"/>
        </pc:sldMkLst>
      </pc:sldChg>
      <pc:sldChg chg="add del">
        <pc:chgData name="Tyler Hostetter" userId="5b8c5ebae3fb9c60" providerId="LiveId" clId="{E72C2050-1AE1-4949-9100-82F1C7C5C826}" dt="2026-10-13T15:32:46.716" v="2" actId="47"/>
        <pc:sldMkLst>
          <pc:docMk/>
          <pc:sldMk cId="1141707582" sldId="1203"/>
        </pc:sldMkLst>
      </pc:sldChg>
      <pc:sldChg chg="add del">
        <pc:chgData name="Tyler Hostetter" userId="5b8c5ebae3fb9c60" providerId="LiveId" clId="{E72C2050-1AE1-4949-9100-82F1C7C5C826}" dt="2026-10-13T15:32:46.716" v="2" actId="47"/>
        <pc:sldMkLst>
          <pc:docMk/>
          <pc:sldMk cId="1577886068" sldId="1204"/>
        </pc:sldMkLst>
      </pc:sldChg>
      <pc:sldChg chg="add del">
        <pc:chgData name="Tyler Hostetter" userId="5b8c5ebae3fb9c60" providerId="LiveId" clId="{E72C2050-1AE1-4949-9100-82F1C7C5C826}" dt="2026-10-13T15:32:46.716" v="2" actId="47"/>
        <pc:sldMkLst>
          <pc:docMk/>
          <pc:sldMk cId="2116523781" sldId="1205"/>
        </pc:sldMkLst>
      </pc:sldChg>
      <pc:sldChg chg="add del">
        <pc:chgData name="Tyler Hostetter" userId="5b8c5ebae3fb9c60" providerId="LiveId" clId="{E72C2050-1AE1-4949-9100-82F1C7C5C826}" dt="2026-10-13T15:32:46.716" v="2" actId="47"/>
        <pc:sldMkLst>
          <pc:docMk/>
          <pc:sldMk cId="3317671755" sldId="1206"/>
        </pc:sldMkLst>
      </pc:sldChg>
      <pc:sldChg chg="add del">
        <pc:chgData name="Tyler Hostetter" userId="5b8c5ebae3fb9c60" providerId="LiveId" clId="{E72C2050-1AE1-4949-9100-82F1C7C5C826}" dt="2026-10-13T15:32:46.716" v="2" actId="47"/>
        <pc:sldMkLst>
          <pc:docMk/>
          <pc:sldMk cId="49237024" sldId="1207"/>
        </pc:sldMkLst>
      </pc:sldChg>
      <pc:sldChg chg="add del">
        <pc:chgData name="Tyler Hostetter" userId="5b8c5ebae3fb9c60" providerId="LiveId" clId="{E72C2050-1AE1-4949-9100-82F1C7C5C826}" dt="2026-10-13T15:32:46.716" v="2" actId="47"/>
        <pc:sldMkLst>
          <pc:docMk/>
          <pc:sldMk cId="2628135608" sldId="1208"/>
        </pc:sldMkLst>
      </pc:sldChg>
      <pc:sldChg chg="add del">
        <pc:chgData name="Tyler Hostetter" userId="5b8c5ebae3fb9c60" providerId="LiveId" clId="{E72C2050-1AE1-4949-9100-82F1C7C5C826}" dt="2026-10-13T15:32:46.716" v="2" actId="47"/>
        <pc:sldMkLst>
          <pc:docMk/>
          <pc:sldMk cId="3815213927" sldId="1209"/>
        </pc:sldMkLst>
      </pc:sldChg>
      <pc:sldChg chg="add del">
        <pc:chgData name="Tyler Hostetter" userId="5b8c5ebae3fb9c60" providerId="LiveId" clId="{E72C2050-1AE1-4949-9100-82F1C7C5C826}" dt="2026-10-13T15:32:46.716" v="2" actId="47"/>
        <pc:sldMkLst>
          <pc:docMk/>
          <pc:sldMk cId="290445829" sldId="1210"/>
        </pc:sldMkLst>
      </pc:sldChg>
      <pc:sldChg chg="add del">
        <pc:chgData name="Tyler Hostetter" userId="5b8c5ebae3fb9c60" providerId="LiveId" clId="{E72C2050-1AE1-4949-9100-82F1C7C5C826}" dt="2026-10-13T15:32:46.716" v="2" actId="47"/>
        <pc:sldMkLst>
          <pc:docMk/>
          <pc:sldMk cId="1132033716" sldId="1211"/>
        </pc:sldMkLst>
      </pc:sldChg>
      <pc:sldChg chg="add del">
        <pc:chgData name="Tyler Hostetter" userId="5b8c5ebae3fb9c60" providerId="LiveId" clId="{E72C2050-1AE1-4949-9100-82F1C7C5C826}" dt="2026-10-13T15:32:46.716" v="2" actId="47"/>
        <pc:sldMkLst>
          <pc:docMk/>
          <pc:sldMk cId="3409401101" sldId="1213"/>
        </pc:sldMkLst>
      </pc:sldChg>
      <pc:sldChg chg="add del">
        <pc:chgData name="Tyler Hostetter" userId="5b8c5ebae3fb9c60" providerId="LiveId" clId="{E72C2050-1AE1-4949-9100-82F1C7C5C826}" dt="2026-10-13T15:32:46.716" v="2" actId="47"/>
        <pc:sldMkLst>
          <pc:docMk/>
          <pc:sldMk cId="3334440540" sldId="1214"/>
        </pc:sldMkLst>
      </pc:sldChg>
      <pc:sldChg chg="add del">
        <pc:chgData name="Tyler Hostetter" userId="5b8c5ebae3fb9c60" providerId="LiveId" clId="{E72C2050-1AE1-4949-9100-82F1C7C5C826}" dt="2026-10-13T15:32:46.716" v="2" actId="47"/>
        <pc:sldMkLst>
          <pc:docMk/>
          <pc:sldMk cId="1579712666" sldId="1216"/>
        </pc:sldMkLst>
      </pc:sldChg>
      <pc:sldChg chg="add del">
        <pc:chgData name="Tyler Hostetter" userId="5b8c5ebae3fb9c60" providerId="LiveId" clId="{E72C2050-1AE1-4949-9100-82F1C7C5C826}" dt="2026-10-13T15:32:46.716" v="2" actId="47"/>
        <pc:sldMkLst>
          <pc:docMk/>
          <pc:sldMk cId="3051190168" sldId="1217"/>
        </pc:sldMkLst>
      </pc:sldChg>
      <pc:sldChg chg="add del">
        <pc:chgData name="Tyler Hostetter" userId="5b8c5ebae3fb9c60" providerId="LiveId" clId="{E72C2050-1AE1-4949-9100-82F1C7C5C826}" dt="2026-10-13T15:32:46.716" v="2" actId="47"/>
        <pc:sldMkLst>
          <pc:docMk/>
          <pc:sldMk cId="3469358271" sldId="1218"/>
        </pc:sldMkLst>
      </pc:sldChg>
      <pc:sldChg chg="add del">
        <pc:chgData name="Tyler Hostetter" userId="5b8c5ebae3fb9c60" providerId="LiveId" clId="{E72C2050-1AE1-4949-9100-82F1C7C5C826}" dt="2026-10-13T15:32:46.716" v="2" actId="47"/>
        <pc:sldMkLst>
          <pc:docMk/>
          <pc:sldMk cId="243701783" sldId="1220"/>
        </pc:sldMkLst>
      </pc:sldChg>
      <pc:sldChg chg="add del">
        <pc:chgData name="Tyler Hostetter" userId="5b8c5ebae3fb9c60" providerId="LiveId" clId="{E72C2050-1AE1-4949-9100-82F1C7C5C826}" dt="2026-10-13T15:32:46.716" v="2" actId="47"/>
        <pc:sldMkLst>
          <pc:docMk/>
          <pc:sldMk cId="69132685" sldId="1222"/>
        </pc:sldMkLst>
      </pc:sldChg>
      <pc:sldChg chg="add del">
        <pc:chgData name="Tyler Hostetter" userId="5b8c5ebae3fb9c60" providerId="LiveId" clId="{E72C2050-1AE1-4949-9100-82F1C7C5C826}" dt="2026-10-13T15:32:46.716" v="2" actId="47"/>
        <pc:sldMkLst>
          <pc:docMk/>
          <pc:sldMk cId="1765076726" sldId="1223"/>
        </pc:sldMkLst>
      </pc:sldChg>
      <pc:sldChg chg="add del">
        <pc:chgData name="Tyler Hostetter" userId="5b8c5ebae3fb9c60" providerId="LiveId" clId="{E72C2050-1AE1-4949-9100-82F1C7C5C826}" dt="2026-10-13T15:32:46.716" v="2" actId="47"/>
        <pc:sldMkLst>
          <pc:docMk/>
          <pc:sldMk cId="1214384757" sldId="1224"/>
        </pc:sldMkLst>
      </pc:sldChg>
      <pc:sldChg chg="add del">
        <pc:chgData name="Tyler Hostetter" userId="5b8c5ebae3fb9c60" providerId="LiveId" clId="{E72C2050-1AE1-4949-9100-82F1C7C5C826}" dt="2026-10-13T15:32:46.716" v="2" actId="47"/>
        <pc:sldMkLst>
          <pc:docMk/>
          <pc:sldMk cId="3546249962" sldId="1225"/>
        </pc:sldMkLst>
      </pc:sldChg>
      <pc:sldChg chg="add del">
        <pc:chgData name="Tyler Hostetter" userId="5b8c5ebae3fb9c60" providerId="LiveId" clId="{E72C2050-1AE1-4949-9100-82F1C7C5C826}" dt="2026-10-13T15:32:46.716" v="2" actId="47"/>
        <pc:sldMkLst>
          <pc:docMk/>
          <pc:sldMk cId="3254994834" sldId="1226"/>
        </pc:sldMkLst>
      </pc:sldChg>
      <pc:sldChg chg="add del">
        <pc:chgData name="Tyler Hostetter" userId="5b8c5ebae3fb9c60" providerId="LiveId" clId="{E72C2050-1AE1-4949-9100-82F1C7C5C826}" dt="2026-10-13T15:32:46.716" v="2" actId="47"/>
        <pc:sldMkLst>
          <pc:docMk/>
          <pc:sldMk cId="1409455937" sldId="1227"/>
        </pc:sldMkLst>
      </pc:sldChg>
      <pc:sldChg chg="add del">
        <pc:chgData name="Tyler Hostetter" userId="5b8c5ebae3fb9c60" providerId="LiveId" clId="{E72C2050-1AE1-4949-9100-82F1C7C5C826}" dt="2026-10-13T15:32:46.716" v="2" actId="47"/>
        <pc:sldMkLst>
          <pc:docMk/>
          <pc:sldMk cId="1095739564" sldId="1228"/>
        </pc:sldMkLst>
      </pc:sldChg>
      <pc:sldChg chg="add del">
        <pc:chgData name="Tyler Hostetter" userId="5b8c5ebae3fb9c60" providerId="LiveId" clId="{E72C2050-1AE1-4949-9100-82F1C7C5C826}" dt="2026-10-13T15:32:46.716" v="2" actId="47"/>
        <pc:sldMkLst>
          <pc:docMk/>
          <pc:sldMk cId="3517000017" sldId="1229"/>
        </pc:sldMkLst>
      </pc:sldChg>
      <pc:sldChg chg="add del">
        <pc:chgData name="Tyler Hostetter" userId="5b8c5ebae3fb9c60" providerId="LiveId" clId="{E72C2050-1AE1-4949-9100-82F1C7C5C826}" dt="2026-10-13T15:32:46.716" v="2" actId="47"/>
        <pc:sldMkLst>
          <pc:docMk/>
          <pc:sldMk cId="2610835691" sldId="1230"/>
        </pc:sldMkLst>
      </pc:sldChg>
      <pc:sldChg chg="add del">
        <pc:chgData name="Tyler Hostetter" userId="5b8c5ebae3fb9c60" providerId="LiveId" clId="{E72C2050-1AE1-4949-9100-82F1C7C5C826}" dt="2026-10-13T15:32:46.716" v="2" actId="47"/>
        <pc:sldMkLst>
          <pc:docMk/>
          <pc:sldMk cId="1794908934" sldId="1231"/>
        </pc:sldMkLst>
      </pc:sldChg>
      <pc:sldChg chg="add del">
        <pc:chgData name="Tyler Hostetter" userId="5b8c5ebae3fb9c60" providerId="LiveId" clId="{E72C2050-1AE1-4949-9100-82F1C7C5C826}" dt="2026-10-13T15:32:46.716" v="2" actId="47"/>
        <pc:sldMkLst>
          <pc:docMk/>
          <pc:sldMk cId="2889896317" sldId="1232"/>
        </pc:sldMkLst>
      </pc:sldChg>
      <pc:sldChg chg="add del">
        <pc:chgData name="Tyler Hostetter" userId="5b8c5ebae3fb9c60" providerId="LiveId" clId="{E72C2050-1AE1-4949-9100-82F1C7C5C826}" dt="2026-10-13T15:32:46.716" v="2" actId="47"/>
        <pc:sldMkLst>
          <pc:docMk/>
          <pc:sldMk cId="1248091779" sldId="1233"/>
        </pc:sldMkLst>
      </pc:sldChg>
      <pc:sldChg chg="add del">
        <pc:chgData name="Tyler Hostetter" userId="5b8c5ebae3fb9c60" providerId="LiveId" clId="{E72C2050-1AE1-4949-9100-82F1C7C5C826}" dt="2026-10-13T15:32:46.716" v="2" actId="47"/>
        <pc:sldMkLst>
          <pc:docMk/>
          <pc:sldMk cId="4259056120" sldId="1234"/>
        </pc:sldMkLst>
      </pc:sldChg>
      <pc:sldChg chg="add del">
        <pc:chgData name="Tyler Hostetter" userId="5b8c5ebae3fb9c60" providerId="LiveId" clId="{E72C2050-1AE1-4949-9100-82F1C7C5C826}" dt="2026-10-13T15:32:46.716" v="2" actId="47"/>
        <pc:sldMkLst>
          <pc:docMk/>
          <pc:sldMk cId="1581414309" sldId="1235"/>
        </pc:sldMkLst>
      </pc:sldChg>
      <pc:sldMasterChg chg="addSldLayout delSldLayout">
        <pc:chgData name="Tyler Hostetter" userId="5b8c5ebae3fb9c60" providerId="LiveId" clId="{E72C2050-1AE1-4949-9100-82F1C7C5C826}" dt="2026-10-13T15:32:46.716" v="2" actId="47"/>
        <pc:sldMasterMkLst>
          <pc:docMk/>
          <pc:sldMasterMk cId="0" sldId="2147483659"/>
        </pc:sldMasterMkLst>
        <pc:sldLayoutChg chg="add del">
          <pc:chgData name="Tyler Hostetter" userId="5b8c5ebae3fb9c60" providerId="LiveId" clId="{E72C2050-1AE1-4949-9100-82F1C7C5C826}" dt="2026-10-13T15:32:37.526" v="1" actId="47"/>
          <pc:sldLayoutMkLst>
            <pc:docMk/>
            <pc:sldMasterMk cId="0" sldId="2147483659"/>
            <pc:sldLayoutMk cId="0" sldId="2147483650"/>
          </pc:sldLayoutMkLst>
        </pc:sldLayoutChg>
        <pc:sldLayoutChg chg="add del">
          <pc:chgData name="Tyler Hostetter" userId="5b8c5ebae3fb9c60" providerId="LiveId" clId="{E72C2050-1AE1-4949-9100-82F1C7C5C826}" dt="2026-10-13T15:32:46.716" v="2" actId="47"/>
          <pc:sldLayoutMkLst>
            <pc:docMk/>
            <pc:sldMasterMk cId="0" sldId="2147483659"/>
            <pc:sldLayoutMk cId="2606015034" sldId="2147483680"/>
          </pc:sldLayoutMkLst>
        </pc:sldLayoutChg>
        <pc:sldLayoutChg chg="add del">
          <pc:chgData name="Tyler Hostetter" userId="5b8c5ebae3fb9c60" providerId="LiveId" clId="{E72C2050-1AE1-4949-9100-82F1C7C5C826}" dt="2026-10-13T15:32:46.716" v="2" actId="47"/>
          <pc:sldLayoutMkLst>
            <pc:docMk/>
            <pc:sldMasterMk cId="0" sldId="2147483659"/>
            <pc:sldLayoutMk cId="591258583" sldId="2147483681"/>
          </pc:sldLayoutMkLst>
        </pc:sldLayoutChg>
        <pc:sldLayoutChg chg="add del">
          <pc:chgData name="Tyler Hostetter" userId="5b8c5ebae3fb9c60" providerId="LiveId" clId="{E72C2050-1AE1-4949-9100-82F1C7C5C826}" dt="2026-10-13T15:32:46.716" v="2" actId="47"/>
          <pc:sldLayoutMkLst>
            <pc:docMk/>
            <pc:sldMasterMk cId="0" sldId="2147483659"/>
            <pc:sldLayoutMk cId="1830235587" sldId="214748368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2026-10-13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a:t>
            </a:r>
            <a:r>
              <a:rPr lang="en-US" sz="1200" b="0" i="0" u="none" strike="noStrike" kern="1200" cap="none" dirty="0" err="1">
                <a:solidFill>
                  <a:schemeClr val="dk1"/>
                </a:solidFill>
                <a:latin typeface="Arial"/>
                <a:ea typeface="Arial"/>
                <a:cs typeface="Arial"/>
                <a:sym typeface="Arial"/>
              </a:rPr>
              <a:t>MathType</a:t>
            </a:r>
            <a:r>
              <a:rPr lang="en-US" sz="1200" b="0" i="0" u="none" strike="noStrike" kern="1200" cap="none" dirty="0">
                <a:solidFill>
                  <a:schemeClr val="dk1"/>
                </a:solidFill>
                <a:latin typeface="Arial"/>
                <a:ea typeface="Arial"/>
                <a:cs typeface="Arial"/>
                <a:sym typeface="Arial"/>
              </a:rPr>
              <a:t>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2780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17357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89319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A side view of the brain is depicted, showing the left hemisphere. The brain is a walnut-shaped organ with several grooves and folds on its surface. The deep grooves are labeled fissures. The elevated regions, or folds, of the brain between the fissures, are labeled gyri. Shallow grooves on the gyri are labeled sulci. The spinal cord attaches to the inferior surface of the brain. Before entering the brain, the spinal cord becomes a little thicker and penetrates deep into the center of the brain. This part of the cord that penetrates the brain is labeled brainstem. The different parts of the brain are labeled and their functions are listed in parts a to f. Part a, Cerebrum. A large portion covering the anterior part of the brain is labeled cerebrum. The functions of the cerebrum are listed as follows: Conscious thought processes, intellectual functions; Memory storage and processing; Conscious and subconscious regulation of skeletal muscle contractions. Part b, Cerebellum. A spherical region inferior to the posterior part of the brain is labeled cerebellum. It is posterior to and makes contact with the posterior surface of the brainstem. The surface of the cerebellum is covered in several shallow grooves. The functions of the cerebellum are listed as follows: Coordinates complex somatic motor patterns; Adjusts output of other somatic motor centers in the brain and spinal cord. Part c, Diencephalon. A small oblong structure inferior to the cerebrum, at the superior end of the brainstem, is labeled diencephalon. It has two parts: the thalamus and the hypothalamus. The thalamus relays and processes sensory information. The hypothalamus controls emotions, autonomic functions, and hormone production. The brain stem is magnified and its different parts are labeled and described in parts d to f. The diencephalon can be seen posterior to the superior end of the brainstem with narrow processes wrapping around the brainstem. Part d, Midbrain. A short portion at the superior end of the brainstem is labeled midbrain. This part is present deep in the brain, just below the diencephalon. The functions of the midbrain are listed as follows: Processes visual and auditory data; Generates reflexive somatic motor responses; Maintains consciousness. Part e, Pons. A swollen region below the midbrain is labeled pons. This part is outside the brain, anterior to the cerebellum. The functions of the pons are listed as follows: Relays sensory information to the cerebellum and thalamus, Subconscious somatic and visceral motor centers. Part f, Medulla oblongata. A short region forming the inferior end of the brainstem is labeled medulla oblongata. The medulla oblongata connects the spinal cord and the rest of the brain stem. The functions of the medulla oblongata are listed as follows: Relays sensory information to the thalamus and other portions of the brainstem; Autonomic centers for regulation of visceral function (cardiovascular, respiratory, and digestive system activities).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08923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858837"/>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1AFA6AD5-68FE-8538-3791-A19C1288BC64}"/>
              </a:ext>
            </a:extLst>
          </p:cNvPr>
          <p:cNvSpPr>
            <a:spLocks noGrp="1"/>
          </p:cNvSpPr>
          <p:nvPr>
            <p:ph sz="quarter" idx="18"/>
          </p:nvPr>
        </p:nvSpPr>
        <p:spPr>
          <a:xfrm>
            <a:off x="5029200" y="4271963"/>
            <a:ext cx="3657600" cy="185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jp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Content Placeholder 7">
            <a:extLst>
              <a:ext uri="{FF2B5EF4-FFF2-40B4-BE49-F238E27FC236}">
                <a16:creationId xmlns:a16="http://schemas.microsoft.com/office/drawing/2014/main" id="{E480927B-C719-AAFA-9DFE-C590F6319C0F}"/>
              </a:ext>
            </a:extLst>
          </p:cNvPr>
          <p:cNvSpPr txBox="1">
            <a:spLocks/>
          </p:cNvSpPr>
          <p:nvPr userDrawn="1"/>
        </p:nvSpPr>
        <p:spPr>
          <a:xfrm>
            <a:off x="2097088" y="6483421"/>
            <a:ext cx="6589712" cy="221018"/>
          </a:xfrm>
          <a:prstGeom prst="rect">
            <a:avLst/>
          </a:prstGeom>
          <a:noFill/>
          <a:ln>
            <a:noFill/>
          </a:ln>
        </p:spPr>
        <p:txBody>
          <a:bodyPr lIns="0" tIns="18000" rIns="0" bIns="18000" anchor="ctr" anchorCtr="0">
            <a:spAutoFit/>
          </a:bodyPr>
          <a:lstStyle>
            <a:defPPr marR="0" lvl="0" algn="l" rtl="0">
              <a:lnSpc>
                <a:spcPct val="100000"/>
              </a:lnSpc>
              <a:spcBef>
                <a:spcPts val="0"/>
              </a:spcBef>
              <a:spcAft>
                <a:spcPts val="0"/>
              </a:spcAft>
            </a:defPPr>
            <a:lvl1pPr marL="256032" marR="0" lvl="0" indent="-154432" algn="r" rtl="0">
              <a:lnSpc>
                <a:spcPct val="100000"/>
              </a:lnSpc>
              <a:spcBef>
                <a:spcPts val="1500"/>
              </a:spcBef>
              <a:spcAft>
                <a:spcPts val="0"/>
              </a:spcAft>
              <a:buClr>
                <a:srgbClr val="007FA3"/>
              </a:buClr>
              <a:buSzPct val="100000"/>
              <a:buFont typeface="Arial"/>
              <a:buNone/>
              <a:defRPr sz="1200" b="0" i="0" u="none" strike="noStrike" cap="none">
                <a:solidFill>
                  <a:schemeClr val="dk1"/>
                </a:solidFill>
                <a:latin typeface="Verdana" panose="020B0604030504040204" pitchFamily="34" charset="0"/>
                <a:ea typeface="Verdana" panose="020B0604030504040204" pitchFamily="34" charset="0"/>
                <a:cs typeface="Arial"/>
                <a:sym typeface="Arial"/>
              </a:defRPr>
            </a:lvl1pPr>
            <a:lvl2pPr marL="742950" marR="0" lvl="1" indent="-18415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256032" marR="0" lvl="0" indent="-154432" algn="r" defTabSz="914400" rtl="0" eaLnBrk="1" fontAlgn="auto" latinLnBrk="0" hangingPunct="1">
              <a:lnSpc>
                <a:spcPct val="100000"/>
              </a:lnSpc>
              <a:spcBef>
                <a:spcPts val="1500"/>
              </a:spcBef>
              <a:spcAft>
                <a:spcPts val="0"/>
              </a:spcAft>
              <a:buClr>
                <a:srgbClr val="007FA3"/>
              </a:buClr>
              <a:buSzPct val="100000"/>
              <a:buFont typeface="Arial"/>
              <a:buNone/>
              <a:tabLst/>
              <a:defRPr/>
            </a:pPr>
            <a:r>
              <a:rPr kumimoji="0" lang="en-US" sz="12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sym typeface="Arial"/>
              </a:rPr>
              <a:t>Copyright © 2024, 2018, 2015 Pearson Education, Inc. All Rights Reserved</a:t>
            </a:r>
            <a:endPar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a:sym typeface="Arial"/>
            </a:endParaRPr>
          </a:p>
        </p:txBody>
      </p:sp>
      <p:pic>
        <p:nvPicPr>
          <p:cNvPr id="2" name="Picture 1" descr="Pearson Logo">
            <a:extLst>
              <a:ext uri="{FF2B5EF4-FFF2-40B4-BE49-F238E27FC236}">
                <a16:creationId xmlns:a16="http://schemas.microsoft.com/office/drawing/2014/main" id="{D91D8E0C-C841-6A6B-8AC2-D2541CE6F8CB}"/>
              </a:ext>
            </a:extLst>
          </p:cNvPr>
          <p:cNvPicPr>
            <a:picLocks noChangeAspect="1"/>
          </p:cNvPicPr>
          <p:nvPr userDrawn="1"/>
        </p:nvPicPr>
        <p:blipFill>
          <a:blip r:embed="rId13"/>
          <a:stretch>
            <a:fillRect/>
          </a:stretch>
        </p:blipFill>
        <p:spPr>
          <a:xfrm>
            <a:off x="435802" y="6463316"/>
            <a:ext cx="875960" cy="276014"/>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76" r:id="rId3"/>
    <p:sldLayoutId id="2147483677" r:id="rId4"/>
    <p:sldLayoutId id="2147483678" r:id="rId5"/>
    <p:sldLayoutId id="2147483679" r:id="rId6"/>
    <p:sldLayoutId id="2147483671" r:id="rId7"/>
    <p:sldLayoutId id="2147483673" r:id="rId8"/>
    <p:sldLayoutId id="2147483670" r:id="rId9"/>
    <p:sldLayoutId id="2147483669" r:id="rId10"/>
    <p:sldLayoutId id="214748365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C6B8E-5956-2E6D-D927-E1488CB87120}"/>
              </a:ext>
            </a:extLst>
          </p:cNvPr>
          <p:cNvSpPr>
            <a:spLocks noGrp="1"/>
          </p:cNvSpPr>
          <p:nvPr>
            <p:ph type="title"/>
          </p:nvPr>
        </p:nvSpPr>
        <p:spPr>
          <a:xfrm>
            <a:off x="438149" y="161780"/>
            <a:ext cx="8310563" cy="1144347"/>
          </a:xfrm>
        </p:spPr>
        <p:txBody>
          <a:bodyPr wrap="square" lIns="0" tIns="18000" rIns="0" bIns="18000" anchor="ctr">
            <a:spAutoFit/>
          </a:bodyPr>
          <a:lstStyle/>
          <a:p>
            <a:r>
              <a:rPr lang="en-US" noProof="0" dirty="0"/>
              <a:t>Fundamentals of Anatomy &amp; Physiology</a:t>
            </a:r>
          </a:p>
        </p:txBody>
      </p:sp>
      <p:sp>
        <p:nvSpPr>
          <p:cNvPr id="3" name="Text Placeholder 2">
            <a:extLst>
              <a:ext uri="{FF2B5EF4-FFF2-40B4-BE49-F238E27FC236}">
                <a16:creationId xmlns:a16="http://schemas.microsoft.com/office/drawing/2014/main" id="{A2A373D2-E818-425A-2D9C-02C7C087146B}"/>
              </a:ext>
            </a:extLst>
          </p:cNvPr>
          <p:cNvSpPr>
            <a:spLocks noGrp="1"/>
          </p:cNvSpPr>
          <p:nvPr>
            <p:ph type="body" idx="1"/>
          </p:nvPr>
        </p:nvSpPr>
        <p:spPr>
          <a:xfrm>
            <a:off x="438150" y="1474400"/>
            <a:ext cx="8229600" cy="344128"/>
          </a:xfrm>
        </p:spPr>
        <p:txBody>
          <a:bodyPr wrap="square" lIns="0" tIns="18000" rIns="0" bIns="18000" anchor="ctr">
            <a:spAutoFit/>
          </a:bodyPr>
          <a:lstStyle/>
          <a:p>
            <a:r>
              <a:rPr lang="en-US" noProof="0" dirty="0"/>
              <a:t>Twelfth Edition</a:t>
            </a:r>
          </a:p>
        </p:txBody>
      </p:sp>
      <p:pic>
        <p:nvPicPr>
          <p:cNvPr id="26" name="Picture 25" descr="Front Cover: Fundamentals of Anatomy &amp; Physiology Twelfth Edition by Martini, Nath and Bartholomew">
            <a:extLst>
              <a:ext uri="{FF2B5EF4-FFF2-40B4-BE49-F238E27FC236}">
                <a16:creationId xmlns:a16="http://schemas.microsoft.com/office/drawing/2014/main" id="{3849914D-977A-4D07-FC13-D3A900D9709F}"/>
              </a:ext>
            </a:extLst>
          </p:cNvPr>
          <p:cNvPicPr>
            <a:picLocks noChangeAspect="1"/>
          </p:cNvPicPr>
          <p:nvPr/>
        </p:nvPicPr>
        <p:blipFill>
          <a:blip r:embed="rId3"/>
          <a:stretch>
            <a:fillRect/>
          </a:stretch>
        </p:blipFill>
        <p:spPr>
          <a:xfrm>
            <a:off x="444642" y="2007279"/>
            <a:ext cx="3483887" cy="4211631"/>
          </a:xfrm>
          <a:prstGeom prst="rect">
            <a:avLst/>
          </a:prstGeom>
        </p:spPr>
      </p:pic>
      <p:sp>
        <p:nvSpPr>
          <p:cNvPr id="6" name="Content Placeholder 5">
            <a:extLst>
              <a:ext uri="{FF2B5EF4-FFF2-40B4-BE49-F238E27FC236}">
                <a16:creationId xmlns:a16="http://schemas.microsoft.com/office/drawing/2014/main" id="{4503EBA1-5ECB-152F-082E-D35D2033672F}"/>
              </a:ext>
            </a:extLst>
          </p:cNvPr>
          <p:cNvSpPr>
            <a:spLocks noGrp="1"/>
          </p:cNvSpPr>
          <p:nvPr>
            <p:ph sz="quarter" idx="14"/>
          </p:nvPr>
        </p:nvSpPr>
        <p:spPr>
          <a:xfrm>
            <a:off x="4314825" y="2758630"/>
            <a:ext cx="3657600" cy="498016"/>
          </a:xfrm>
        </p:spPr>
        <p:txBody>
          <a:bodyPr wrap="square" lIns="0" tIns="18000" rIns="0" bIns="18000" anchor="ctr">
            <a:spAutoFit/>
          </a:bodyPr>
          <a:lstStyle/>
          <a:p>
            <a:pPr indent="-101600"/>
            <a:r>
              <a:rPr lang="en-US" noProof="0" dirty="0"/>
              <a:t>Chapter 14</a:t>
            </a:r>
          </a:p>
        </p:txBody>
      </p:sp>
      <p:sp>
        <p:nvSpPr>
          <p:cNvPr id="8" name="Content Placeholder 7">
            <a:extLst>
              <a:ext uri="{FF2B5EF4-FFF2-40B4-BE49-F238E27FC236}">
                <a16:creationId xmlns:a16="http://schemas.microsoft.com/office/drawing/2014/main" id="{867D26DE-3068-F5C4-1D8E-DE6D246B8DB9}"/>
              </a:ext>
            </a:extLst>
          </p:cNvPr>
          <p:cNvSpPr>
            <a:spLocks noGrp="1"/>
          </p:cNvSpPr>
          <p:nvPr>
            <p:ph sz="quarter" idx="15"/>
          </p:nvPr>
        </p:nvSpPr>
        <p:spPr>
          <a:xfrm>
            <a:off x="4314825" y="3554465"/>
            <a:ext cx="4052798" cy="374906"/>
          </a:xfrm>
        </p:spPr>
        <p:txBody>
          <a:bodyPr wrap="square" lIns="0" tIns="18000" rIns="0" bIns="18000" anchor="ctr">
            <a:spAutoFit/>
          </a:bodyPr>
          <a:lstStyle/>
          <a:p>
            <a:pPr marL="0"/>
            <a:r>
              <a:rPr lang="en-US" noProof="0" dirty="0"/>
              <a:t>The Brain and Cranial Nerves</a:t>
            </a:r>
          </a:p>
        </p:txBody>
      </p:sp>
      <p:sp>
        <p:nvSpPr>
          <p:cNvPr id="9" name="Content Placeholder 8">
            <a:extLst>
              <a:ext uri="{FF2B5EF4-FFF2-40B4-BE49-F238E27FC236}">
                <a16:creationId xmlns:a16="http://schemas.microsoft.com/office/drawing/2014/main" id="{F6ECBE85-0CB1-FCF0-9AD7-1263BCB75BCD}"/>
              </a:ext>
            </a:extLst>
          </p:cNvPr>
          <p:cNvSpPr>
            <a:spLocks noGrp="1"/>
          </p:cNvSpPr>
          <p:nvPr>
            <p:ph sz="quarter" idx="17"/>
          </p:nvPr>
        </p:nvSpPr>
        <p:spPr>
          <a:xfrm>
            <a:off x="4314826" y="4225269"/>
            <a:ext cx="3876674" cy="775015"/>
          </a:xfrm>
        </p:spPr>
        <p:txBody>
          <a:bodyPr wrap="square" lIns="0" tIns="18000" rIns="0" bIns="18000" anchor="ctr">
            <a:spAutoFit/>
          </a:bodyPr>
          <a:lstStyle/>
          <a:p>
            <a:pPr marL="0" indent="0" algn="l">
              <a:spcBef>
                <a:spcPts val="600"/>
              </a:spcBef>
            </a:pPr>
            <a:r>
              <a:rPr lang="en-US" sz="1600" dirty="0">
                <a:latin typeface="Arial"/>
              </a:rPr>
              <a:t>Lecture Presentation by Dr. Virginia </a:t>
            </a:r>
            <a:r>
              <a:rPr lang="en-US" sz="1600" dirty="0" err="1">
                <a:latin typeface="Arial"/>
              </a:rPr>
              <a:t>Irintcheva</a:t>
            </a:r>
            <a:r>
              <a:rPr lang="en-US" sz="1600" dirty="0">
                <a:latin typeface="Arial"/>
              </a:rPr>
              <a:t>, Truckee Meadows Community College</a:t>
            </a:r>
          </a:p>
        </p:txBody>
      </p:sp>
      <p:pic>
        <p:nvPicPr>
          <p:cNvPr id="21" name="Picture 20" descr="Pearson Logo">
            <a:extLst>
              <a:ext uri="{FF2B5EF4-FFF2-40B4-BE49-F238E27FC236}">
                <a16:creationId xmlns:a16="http://schemas.microsoft.com/office/drawing/2014/main" id="{4BC053E9-47BC-1D55-4129-81FEFA94C2E7}"/>
              </a:ext>
            </a:extLst>
          </p:cNvPr>
          <p:cNvPicPr>
            <a:picLocks noChangeAspect="1"/>
          </p:cNvPicPr>
          <p:nvPr/>
        </p:nvPicPr>
        <p:blipFill>
          <a:blip r:embed="rId4"/>
          <a:stretch>
            <a:fillRect/>
          </a:stretch>
        </p:blipFill>
        <p:spPr>
          <a:xfrm>
            <a:off x="435802" y="6463316"/>
            <a:ext cx="875960" cy="276014"/>
          </a:xfrm>
          <a:prstGeom prst="rect">
            <a:avLst/>
          </a:prstGeom>
        </p:spPr>
      </p:pic>
      <p:sp>
        <p:nvSpPr>
          <p:cNvPr id="5" name="Content Placeholder 4">
            <a:extLst>
              <a:ext uri="{FF2B5EF4-FFF2-40B4-BE49-F238E27FC236}">
                <a16:creationId xmlns:a16="http://schemas.microsoft.com/office/drawing/2014/main" id="{0BFE8711-94A7-ACB4-596D-C5D680131142}"/>
              </a:ext>
            </a:extLst>
          </p:cNvPr>
          <p:cNvSpPr>
            <a:spLocks noGrp="1"/>
          </p:cNvSpPr>
          <p:nvPr>
            <p:ph sz="quarter" idx="18"/>
          </p:nvPr>
        </p:nvSpPr>
        <p:spPr>
          <a:xfrm>
            <a:off x="2097088" y="6483966"/>
            <a:ext cx="6589712" cy="221018"/>
          </a:xfrm>
          <a:noFill/>
          <a:ln>
            <a:noFill/>
          </a:ln>
        </p:spPr>
        <p:txBody>
          <a:bodyPr lIns="0" tIns="18000" rIns="0" bIns="18000" anchor="ctr" anchorCtr="0">
            <a:spAutoFit/>
          </a:bodyPr>
          <a:lstStyle/>
          <a:p>
            <a:pPr algn="r">
              <a:buNone/>
            </a:pPr>
            <a:r>
              <a:rPr lang="en-US" sz="1200" dirty="0">
                <a:latin typeface="Verdana" panose="020B0604030504040204" pitchFamily="34" charset="0"/>
                <a:ea typeface="Verdana" panose="020B0604030504040204" pitchFamily="34" charset="0"/>
              </a:rPr>
              <a:t>Copyright © 2024, 2018, 2015 Pearson Education, Inc. All Rights Reserved</a:t>
            </a:r>
          </a:p>
        </p:txBody>
      </p:sp>
    </p:spTree>
    <p:extLst>
      <p:ext uri="{BB962C8B-B14F-4D97-AF65-F5344CB8AC3E}">
        <p14:creationId xmlns:p14="http://schemas.microsoft.com/office/powerpoint/2010/main" val="1633908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AD912-8EF2-4BD8-A87C-20C7322F06AA}"/>
              </a:ext>
            </a:extLst>
          </p:cNvPr>
          <p:cNvSpPr>
            <a:spLocks noGrp="1"/>
          </p:cNvSpPr>
          <p:nvPr>
            <p:ph type="title"/>
          </p:nvPr>
        </p:nvSpPr>
        <p:spPr>
          <a:xfrm>
            <a:off x="457200" y="170500"/>
            <a:ext cx="8229600" cy="590349"/>
          </a:xfrm>
        </p:spPr>
        <p:txBody>
          <a:bodyPr lIns="0" tIns="18000" rIns="0" bIns="18000" anchor="ctr">
            <a:spAutoFit/>
          </a:bodyPr>
          <a:lstStyle/>
          <a:p>
            <a:r>
              <a:rPr lang="en-US" noProof="0" dirty="0"/>
              <a:t>Learning Outcomes </a:t>
            </a:r>
            <a:r>
              <a:rPr lang="en-US" sz="2800" noProof="0" dirty="0"/>
              <a:t>(1 of 2)</a:t>
            </a:r>
          </a:p>
        </p:txBody>
      </p:sp>
      <p:sp>
        <p:nvSpPr>
          <p:cNvPr id="5" name="Content Placeholder 4">
            <a:extLst>
              <a:ext uri="{FF2B5EF4-FFF2-40B4-BE49-F238E27FC236}">
                <a16:creationId xmlns:a16="http://schemas.microsoft.com/office/drawing/2014/main" id="{9D121100-505B-4390-8EAB-8E81ECD541F1}"/>
              </a:ext>
            </a:extLst>
          </p:cNvPr>
          <p:cNvSpPr>
            <a:spLocks noGrp="1"/>
          </p:cNvSpPr>
          <p:nvPr>
            <p:ph sz="quarter" idx="13"/>
          </p:nvPr>
        </p:nvSpPr>
        <p:spPr>
          <a:xfrm>
            <a:off x="457200" y="967339"/>
            <a:ext cx="8232775" cy="5145443"/>
          </a:xfrm>
        </p:spPr>
        <p:txBody>
          <a:bodyPr lIns="0" tIns="18000" rIns="0" bIns="18000" anchor="ctr">
            <a:spAutoFit/>
          </a:bodyPr>
          <a:lstStyle/>
          <a:p>
            <a:pPr marL="802800" indent="-802800">
              <a:spcBef>
                <a:spcPts val="600"/>
              </a:spcBef>
              <a:buNone/>
            </a:pPr>
            <a:r>
              <a:rPr lang="en-US" sz="2400" b="1" noProof="0" dirty="0">
                <a:solidFill>
                  <a:srgbClr val="007FA3"/>
                </a:solidFill>
              </a:rPr>
              <a:t>14-1</a:t>
            </a:r>
            <a:r>
              <a:rPr lang="en-US" sz="2400" noProof="0" dirty="0"/>
              <a:t>	Name the major brain regions, vesicles, and ventricles, and describe the locations and functions of each.</a:t>
            </a:r>
          </a:p>
          <a:p>
            <a:pPr marL="802800" indent="-802800">
              <a:spcBef>
                <a:spcPts val="600"/>
              </a:spcBef>
              <a:buNone/>
            </a:pPr>
            <a:r>
              <a:rPr lang="en-US" sz="2400" b="1" noProof="0" dirty="0">
                <a:solidFill>
                  <a:srgbClr val="007FA3"/>
                </a:solidFill>
              </a:rPr>
              <a:t>14-2</a:t>
            </a:r>
            <a:r>
              <a:rPr lang="en-US" sz="2400" noProof="0" dirty="0"/>
              <a:t>	Explain how the brain is protected and supported, and discuss the formation, circulation, and function of cerebrospinal fluid.</a:t>
            </a:r>
          </a:p>
          <a:p>
            <a:pPr marL="802800" indent="-802800">
              <a:spcBef>
                <a:spcPts val="600"/>
              </a:spcBef>
              <a:buNone/>
            </a:pPr>
            <a:r>
              <a:rPr lang="en-US" sz="2400" b="1" noProof="0" dirty="0">
                <a:solidFill>
                  <a:srgbClr val="007FA3"/>
                </a:solidFill>
              </a:rPr>
              <a:t>14-3</a:t>
            </a:r>
            <a:r>
              <a:rPr lang="en-US" sz="2400" noProof="0" dirty="0"/>
              <a:t>	Describe the anatomical differences between the medulla oblongata and the spinal cord and identify the main components and functions of the medulla oblongata.</a:t>
            </a:r>
          </a:p>
          <a:p>
            <a:pPr marL="802800" indent="-802800">
              <a:spcBef>
                <a:spcPts val="600"/>
              </a:spcBef>
              <a:buNone/>
            </a:pPr>
            <a:r>
              <a:rPr lang="en-US" sz="2400" b="1" noProof="0" dirty="0">
                <a:solidFill>
                  <a:srgbClr val="007FA3"/>
                </a:solidFill>
              </a:rPr>
              <a:t>14-4</a:t>
            </a:r>
            <a:r>
              <a:rPr lang="en-US" sz="2400" noProof="0" dirty="0"/>
              <a:t>	List the main components of the pons and specify the functions of each.</a:t>
            </a:r>
          </a:p>
          <a:p>
            <a:pPr marL="802800" indent="-802800">
              <a:spcBef>
                <a:spcPts val="600"/>
              </a:spcBef>
              <a:buNone/>
            </a:pPr>
            <a:r>
              <a:rPr lang="en-US" sz="2400" b="1" noProof="0" dirty="0">
                <a:solidFill>
                  <a:srgbClr val="007FA3"/>
                </a:solidFill>
              </a:rPr>
              <a:t>14-5	</a:t>
            </a:r>
            <a:r>
              <a:rPr lang="en-US" sz="2400" dirty="0"/>
              <a:t>List the main components of the midbrain and specify the functions of each.</a:t>
            </a:r>
          </a:p>
        </p:txBody>
      </p:sp>
    </p:spTree>
    <p:extLst>
      <p:ext uri="{BB962C8B-B14F-4D97-AF65-F5344CB8AC3E}">
        <p14:creationId xmlns:p14="http://schemas.microsoft.com/office/powerpoint/2010/main" val="104531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AD912-8EF2-4BD8-A87C-20C7322F06AA}"/>
              </a:ext>
            </a:extLst>
          </p:cNvPr>
          <p:cNvSpPr>
            <a:spLocks noGrp="1"/>
          </p:cNvSpPr>
          <p:nvPr>
            <p:ph type="title"/>
          </p:nvPr>
        </p:nvSpPr>
        <p:spPr>
          <a:xfrm>
            <a:off x="457200" y="170500"/>
            <a:ext cx="8229600" cy="590349"/>
          </a:xfrm>
        </p:spPr>
        <p:txBody>
          <a:bodyPr lIns="0" tIns="18000" rIns="0" bIns="18000" anchor="ctr">
            <a:spAutoFit/>
          </a:bodyPr>
          <a:lstStyle/>
          <a:p>
            <a:r>
              <a:rPr lang="en-US" noProof="0" dirty="0"/>
              <a:t>Learning Outcomes </a:t>
            </a:r>
            <a:r>
              <a:rPr lang="en-US" sz="2800" noProof="0" dirty="0"/>
              <a:t>(2 of 2)</a:t>
            </a:r>
          </a:p>
        </p:txBody>
      </p:sp>
      <p:sp>
        <p:nvSpPr>
          <p:cNvPr id="5" name="Content Placeholder 4">
            <a:extLst>
              <a:ext uri="{FF2B5EF4-FFF2-40B4-BE49-F238E27FC236}">
                <a16:creationId xmlns:a16="http://schemas.microsoft.com/office/drawing/2014/main" id="{9D121100-505B-4390-8EAB-8E81ECD541F1}"/>
              </a:ext>
            </a:extLst>
          </p:cNvPr>
          <p:cNvSpPr>
            <a:spLocks noGrp="1"/>
          </p:cNvSpPr>
          <p:nvPr>
            <p:ph sz="quarter" idx="13"/>
          </p:nvPr>
        </p:nvSpPr>
        <p:spPr>
          <a:xfrm>
            <a:off x="457200" y="965831"/>
            <a:ext cx="8232775" cy="5145443"/>
          </a:xfrm>
        </p:spPr>
        <p:txBody>
          <a:bodyPr lIns="0" tIns="18000" rIns="0" bIns="18000" anchor="ctr">
            <a:spAutoFit/>
          </a:bodyPr>
          <a:lstStyle/>
          <a:p>
            <a:pPr marL="900000" indent="-900000">
              <a:spcBef>
                <a:spcPts val="600"/>
              </a:spcBef>
              <a:buNone/>
            </a:pPr>
            <a:r>
              <a:rPr lang="en-US" sz="2400" b="1" noProof="0" dirty="0">
                <a:solidFill>
                  <a:srgbClr val="007FA3"/>
                </a:solidFill>
              </a:rPr>
              <a:t>14-6	</a:t>
            </a:r>
            <a:r>
              <a:rPr lang="en-US" sz="2400" noProof="0" dirty="0">
                <a:solidFill>
                  <a:schemeClr val="tx1"/>
                </a:solidFill>
              </a:rPr>
              <a:t>List the main components of the cerebellum and specify the functions of each.</a:t>
            </a:r>
          </a:p>
          <a:p>
            <a:pPr marL="900000" indent="-900000">
              <a:spcBef>
                <a:spcPts val="600"/>
              </a:spcBef>
              <a:buNone/>
            </a:pPr>
            <a:r>
              <a:rPr lang="en-US" sz="2400" b="1" noProof="0" dirty="0">
                <a:solidFill>
                  <a:srgbClr val="007FA3"/>
                </a:solidFill>
              </a:rPr>
              <a:t>14-7	</a:t>
            </a:r>
            <a:r>
              <a:rPr lang="en-US" sz="2400" noProof="0" dirty="0">
                <a:solidFill>
                  <a:schemeClr val="tx1"/>
                </a:solidFill>
              </a:rPr>
              <a:t>List the main components of the diencephalon and specify the functions of each.</a:t>
            </a:r>
          </a:p>
          <a:p>
            <a:pPr marL="900000" indent="-900000">
              <a:spcBef>
                <a:spcPts val="600"/>
              </a:spcBef>
              <a:buNone/>
            </a:pPr>
            <a:r>
              <a:rPr lang="en-US" sz="2400" b="1" noProof="0" dirty="0">
                <a:solidFill>
                  <a:srgbClr val="007FA3"/>
                </a:solidFill>
              </a:rPr>
              <a:t>14-8	</a:t>
            </a:r>
            <a:r>
              <a:rPr lang="en-US" sz="2400" noProof="0" dirty="0">
                <a:solidFill>
                  <a:schemeClr val="tx1"/>
                </a:solidFill>
              </a:rPr>
              <a:t>Identify the main components of the limbic system and specify the locations and functions of each.</a:t>
            </a:r>
          </a:p>
          <a:p>
            <a:pPr marL="900000" indent="-900000">
              <a:spcBef>
                <a:spcPts val="600"/>
              </a:spcBef>
              <a:buNone/>
            </a:pPr>
            <a:r>
              <a:rPr lang="en-US" sz="2400" b="1" noProof="0" dirty="0">
                <a:solidFill>
                  <a:srgbClr val="007FA3"/>
                </a:solidFill>
              </a:rPr>
              <a:t>14-9</a:t>
            </a:r>
            <a:r>
              <a:rPr lang="en-US" sz="2400" noProof="0" dirty="0">
                <a:solidFill>
                  <a:schemeClr val="tx1"/>
                </a:solidFill>
              </a:rPr>
              <a:t>	Identify the major anatomical subdivisions and functions of the cerebrum and discuss the origin and significance of the major types of brain waves seen in an electroencephalogram (</a:t>
            </a:r>
            <a:r>
              <a:rPr lang="en-US" sz="2400" spc="-300" noProof="0" dirty="0">
                <a:solidFill>
                  <a:schemeClr val="tx1"/>
                </a:solidFill>
              </a:rPr>
              <a:t>E </a:t>
            </a:r>
            <a:r>
              <a:rPr lang="en-US" sz="2400" spc="-300" noProof="0" dirty="0" err="1">
                <a:solidFill>
                  <a:schemeClr val="tx1"/>
                </a:solidFill>
              </a:rPr>
              <a:t>E</a:t>
            </a:r>
            <a:r>
              <a:rPr lang="en-US" sz="2400" spc="-300" noProof="0" dirty="0">
                <a:solidFill>
                  <a:schemeClr val="tx1"/>
                </a:solidFill>
              </a:rPr>
              <a:t> </a:t>
            </a:r>
            <a:r>
              <a:rPr lang="en-US" sz="2400" noProof="0" dirty="0">
                <a:solidFill>
                  <a:schemeClr val="tx1"/>
                </a:solidFill>
              </a:rPr>
              <a:t>G).</a:t>
            </a:r>
          </a:p>
          <a:p>
            <a:pPr marL="900000" indent="-900000">
              <a:spcBef>
                <a:spcPts val="600"/>
              </a:spcBef>
              <a:buNone/>
            </a:pPr>
            <a:r>
              <a:rPr lang="en-US" sz="2400" b="1" noProof="0" dirty="0">
                <a:solidFill>
                  <a:srgbClr val="007FA3"/>
                </a:solidFill>
              </a:rPr>
              <a:t>14-10	</a:t>
            </a:r>
            <a:r>
              <a:rPr lang="en-US" sz="2400" dirty="0">
                <a:solidFill>
                  <a:schemeClr val="tx1"/>
                </a:solidFill>
              </a:rPr>
              <a:t>Describe representative examples of cranial reflexes that produce somatic responses or visceral responses to specific stimuli.</a:t>
            </a:r>
          </a:p>
        </p:txBody>
      </p:sp>
    </p:spTree>
    <p:extLst>
      <p:ext uri="{BB962C8B-B14F-4D97-AF65-F5344CB8AC3E}">
        <p14:creationId xmlns:p14="http://schemas.microsoft.com/office/powerpoint/2010/main" val="338891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457200" y="159323"/>
            <a:ext cx="8229600" cy="1144347"/>
          </a:xfrm>
        </p:spPr>
        <p:txBody>
          <a:bodyPr lIns="0" tIns="18000" rIns="0" bIns="18000" anchor="ctr">
            <a:spAutoFit/>
          </a:bodyPr>
          <a:lstStyle/>
          <a:p>
            <a:r>
              <a:rPr lang="en-US" noProof="0" dirty="0"/>
              <a:t>Introduction to the Brain and Cranial Nerves</a:t>
            </a:r>
            <a:endParaRPr lang="en-US" sz="2800" noProof="0" dirty="0"/>
          </a:p>
        </p:txBody>
      </p:sp>
      <p:sp>
        <p:nvSpPr>
          <p:cNvPr id="6" name="Content Placeholder 5">
            <a:extLst>
              <a:ext uri="{FF2B5EF4-FFF2-40B4-BE49-F238E27FC236}">
                <a16:creationId xmlns:a16="http://schemas.microsoft.com/office/drawing/2014/main" id="{A2E21D3B-5D31-4E7C-8CC8-A8C99E8BA789}"/>
              </a:ext>
            </a:extLst>
          </p:cNvPr>
          <p:cNvSpPr>
            <a:spLocks noGrp="1"/>
          </p:cNvSpPr>
          <p:nvPr>
            <p:ph sz="quarter" idx="14"/>
          </p:nvPr>
        </p:nvSpPr>
        <p:spPr>
          <a:xfrm>
            <a:off x="457200" y="1490571"/>
            <a:ext cx="8229600" cy="3634917"/>
          </a:xfrm>
        </p:spPr>
        <p:txBody>
          <a:bodyPr wrap="square" lIns="0" tIns="18000" rIns="0" bIns="18000" anchor="ctr">
            <a:spAutoFit/>
          </a:bodyPr>
          <a:lstStyle/>
          <a:p>
            <a:pPr marL="342900" indent="-342900">
              <a:spcBef>
                <a:spcPts val="600"/>
              </a:spcBef>
            </a:pPr>
            <a:r>
              <a:rPr lang="en-US" altLang="en-US" sz="2400" noProof="0" dirty="0">
                <a:solidFill>
                  <a:schemeClr val="tx1"/>
                </a:solidFill>
              </a:rPr>
              <a:t>The adult human </a:t>
            </a:r>
            <a:r>
              <a:rPr lang="en-US" altLang="en-US" sz="2400" b="1" noProof="0" dirty="0">
                <a:solidFill>
                  <a:schemeClr val="tx1"/>
                </a:solidFill>
              </a:rPr>
              <a:t>brain</a:t>
            </a:r>
            <a:r>
              <a:rPr lang="en-US" altLang="en-US" sz="2400" noProof="0" dirty="0">
                <a:solidFill>
                  <a:schemeClr val="tx1"/>
                </a:solidFill>
              </a:rPr>
              <a:t> contains almost 97 percent of body’s nervous tissue</a:t>
            </a:r>
          </a:p>
          <a:p>
            <a:pPr marL="829818" lvl="1" indent="-342900"/>
            <a:r>
              <a:rPr lang="en-US" altLang="en-US" sz="2400" noProof="0" dirty="0">
                <a:solidFill>
                  <a:schemeClr val="tx1"/>
                </a:solidFill>
              </a:rPr>
              <a:t>Average weight is 1.4 </a:t>
            </a:r>
            <a:r>
              <a:rPr lang="en-US" altLang="en-US" sz="2400" spc="-300" noProof="0" dirty="0">
                <a:solidFill>
                  <a:schemeClr val="tx1"/>
                </a:solidFill>
              </a:rPr>
              <a:t>k </a:t>
            </a:r>
            <a:r>
              <a:rPr lang="en-US" altLang="en-US" sz="2400" noProof="0" dirty="0">
                <a:solidFill>
                  <a:schemeClr val="tx1"/>
                </a:solidFill>
              </a:rPr>
              <a:t>g (3 </a:t>
            </a:r>
            <a:r>
              <a:rPr lang="en-US" altLang="en-US" sz="2400" spc="-300" noProof="0" dirty="0">
                <a:solidFill>
                  <a:schemeClr val="tx1"/>
                </a:solidFill>
              </a:rPr>
              <a:t>l </a:t>
            </a:r>
            <a:r>
              <a:rPr lang="en-US" altLang="en-US" sz="2400" noProof="0" dirty="0">
                <a:solidFill>
                  <a:schemeClr val="tx1"/>
                </a:solidFill>
              </a:rPr>
              <a:t>b)</a:t>
            </a:r>
          </a:p>
          <a:p>
            <a:pPr marL="829818" lvl="1" indent="-342900"/>
            <a:r>
              <a:rPr lang="en-US" altLang="en-US" sz="2400" noProof="0" dirty="0">
                <a:solidFill>
                  <a:schemeClr val="tx1"/>
                </a:solidFill>
              </a:rPr>
              <a:t>“Typical” volume is 1200 </a:t>
            </a:r>
            <a:r>
              <a:rPr lang="en-US" altLang="en-US" sz="2400" spc="-300" noProof="0" dirty="0">
                <a:solidFill>
                  <a:schemeClr val="tx1"/>
                </a:solidFill>
              </a:rPr>
              <a:t>m </a:t>
            </a:r>
            <a:r>
              <a:rPr lang="en-US" altLang="en-US" sz="2400" noProof="0" dirty="0">
                <a:solidFill>
                  <a:schemeClr val="tx1"/>
                </a:solidFill>
              </a:rPr>
              <a:t>L</a:t>
            </a:r>
          </a:p>
          <a:p>
            <a:pPr marL="1229868" lvl="2" indent="-342900"/>
            <a:r>
              <a:rPr lang="en-US" altLang="en-US" sz="2400" noProof="0" dirty="0">
                <a:solidFill>
                  <a:schemeClr val="tx1"/>
                </a:solidFill>
              </a:rPr>
              <a:t>Ranges from 750 to 2100 </a:t>
            </a:r>
            <a:r>
              <a:rPr lang="en-US" altLang="en-US" sz="2400" spc="-300" noProof="0" dirty="0">
                <a:solidFill>
                  <a:schemeClr val="tx1"/>
                </a:solidFill>
              </a:rPr>
              <a:t>m </a:t>
            </a:r>
            <a:r>
              <a:rPr lang="en-US" altLang="en-US" sz="2400" noProof="0" dirty="0">
                <a:solidFill>
                  <a:schemeClr val="tx1"/>
                </a:solidFill>
              </a:rPr>
              <a:t>L in functionally normal individuals</a:t>
            </a:r>
          </a:p>
          <a:p>
            <a:pPr marL="829818" lvl="1" indent="-342900"/>
            <a:r>
              <a:rPr lang="en-US" altLang="en-US" sz="2400" noProof="0" dirty="0">
                <a:solidFill>
                  <a:schemeClr val="tx1"/>
                </a:solidFill>
              </a:rPr>
              <a:t>Brains of males are about 10 percent larger than those of females</a:t>
            </a:r>
          </a:p>
          <a:p>
            <a:pPr marL="1229868" lvl="2" indent="-342900"/>
            <a:r>
              <a:rPr lang="en-US" altLang="en-US" sz="2400" noProof="0" dirty="0">
                <a:solidFill>
                  <a:schemeClr val="tx1"/>
                </a:solidFill>
              </a:rPr>
              <a:t>No correlation between brain size and intelligence</a:t>
            </a:r>
          </a:p>
        </p:txBody>
      </p:sp>
    </p:spTree>
    <p:extLst>
      <p:ext uri="{BB962C8B-B14F-4D97-AF65-F5344CB8AC3E}">
        <p14:creationId xmlns:p14="http://schemas.microsoft.com/office/powerpoint/2010/main" val="3870162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457200" y="160059"/>
            <a:ext cx="8229600" cy="584504"/>
          </a:xfrm>
        </p:spPr>
        <p:txBody>
          <a:bodyPr lIns="0" tIns="18000" rIns="0" bIns="18000" anchor="ctr">
            <a:spAutoFit/>
          </a:bodyPr>
          <a:lstStyle/>
          <a:p>
            <a:r>
              <a:rPr lang="en-US" noProof="0" dirty="0"/>
              <a:t>14</a:t>
            </a:r>
            <a:r>
              <a:rPr lang="en-US" sz="3600" b="1" noProof="0" dirty="0">
                <a:solidFill>
                  <a:srgbClr val="007FA3"/>
                </a:solidFill>
              </a:rPr>
              <a:t>-</a:t>
            </a:r>
            <a:r>
              <a:rPr lang="en-US" noProof="0" dirty="0"/>
              <a:t>1 The Brain </a:t>
            </a:r>
            <a:r>
              <a:rPr lang="en-US" sz="2800" noProof="0" dirty="0"/>
              <a:t>(1 of 8)</a:t>
            </a:r>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457200" y="973253"/>
            <a:ext cx="8229600" cy="1144347"/>
          </a:xfrm>
        </p:spPr>
        <p:txBody>
          <a:bodyPr lIns="0" tIns="18000" rIns="0" bIns="18000" anchor="ctr">
            <a:spAutoFit/>
          </a:bodyPr>
          <a:lstStyle/>
          <a:p>
            <a:pPr marL="0" indent="0">
              <a:buNone/>
            </a:pPr>
            <a:r>
              <a:rPr lang="en-US" sz="2400" b="1" noProof="0" dirty="0"/>
              <a:t>Learning Outcome: </a:t>
            </a:r>
            <a:r>
              <a:rPr lang="en-US" sz="2400" noProof="0" dirty="0"/>
              <a:t>Name the major brain regions, vesicles, and ventricles and describe the locations and functions of each.</a:t>
            </a:r>
          </a:p>
        </p:txBody>
      </p:sp>
      <p:sp>
        <p:nvSpPr>
          <p:cNvPr id="6" name="Content Placeholder 5">
            <a:extLst>
              <a:ext uri="{FF2B5EF4-FFF2-40B4-BE49-F238E27FC236}">
                <a16:creationId xmlns:a16="http://schemas.microsoft.com/office/drawing/2014/main" id="{A2E21D3B-5D31-4E7C-8CC8-A8C99E8BA789}"/>
              </a:ext>
            </a:extLst>
          </p:cNvPr>
          <p:cNvSpPr>
            <a:spLocks noGrp="1"/>
          </p:cNvSpPr>
          <p:nvPr>
            <p:ph sz="quarter" idx="14"/>
          </p:nvPr>
        </p:nvSpPr>
        <p:spPr>
          <a:xfrm>
            <a:off x="457200" y="2370905"/>
            <a:ext cx="8229600" cy="2084459"/>
          </a:xfrm>
        </p:spPr>
        <p:txBody>
          <a:bodyPr wrap="square" lIns="0" tIns="18000" rIns="0" bIns="18000" anchor="ctr">
            <a:spAutoFit/>
          </a:bodyPr>
          <a:lstStyle/>
          <a:p>
            <a:pPr marL="342900" indent="-342900">
              <a:spcBef>
                <a:spcPts val="600"/>
              </a:spcBef>
            </a:pPr>
            <a:r>
              <a:rPr lang="en-US" altLang="en-US" sz="2400" noProof="0" dirty="0">
                <a:solidFill>
                  <a:schemeClr val="tx1"/>
                </a:solidFill>
              </a:rPr>
              <a:t>Regions of the brain</a:t>
            </a:r>
          </a:p>
          <a:p>
            <a:pPr marL="829818" lvl="1" indent="-342900"/>
            <a:r>
              <a:rPr lang="en-US" altLang="en-US" sz="2400" noProof="0" dirty="0">
                <a:solidFill>
                  <a:schemeClr val="tx1"/>
                </a:solidFill>
              </a:rPr>
              <a:t>Cerebrum</a:t>
            </a:r>
          </a:p>
          <a:p>
            <a:pPr marL="829818" lvl="1" indent="-342900"/>
            <a:r>
              <a:rPr lang="en-US" altLang="en-US" sz="2400" noProof="0" dirty="0">
                <a:solidFill>
                  <a:schemeClr val="tx1"/>
                </a:solidFill>
              </a:rPr>
              <a:t>Cerebellum</a:t>
            </a:r>
          </a:p>
          <a:p>
            <a:pPr marL="829818" lvl="1" indent="-342900"/>
            <a:r>
              <a:rPr lang="en-US" altLang="en-US" sz="2400" noProof="0" dirty="0">
                <a:solidFill>
                  <a:schemeClr val="tx1"/>
                </a:solidFill>
              </a:rPr>
              <a:t>Diencephalon</a:t>
            </a:r>
          </a:p>
          <a:p>
            <a:pPr marL="829818" lvl="1" indent="-342900"/>
            <a:r>
              <a:rPr lang="en-US" altLang="en-US" sz="2400" noProof="0" dirty="0">
                <a:solidFill>
                  <a:schemeClr val="tx1"/>
                </a:solidFill>
              </a:rPr>
              <a:t>Brainstem</a:t>
            </a:r>
          </a:p>
        </p:txBody>
      </p:sp>
    </p:spTree>
    <p:extLst>
      <p:ext uri="{BB962C8B-B14F-4D97-AF65-F5344CB8AC3E}">
        <p14:creationId xmlns:p14="http://schemas.microsoft.com/office/powerpoint/2010/main" val="143733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23443-75A5-3786-A78F-9CECB41689B6}"/>
              </a:ext>
            </a:extLst>
          </p:cNvPr>
          <p:cNvSpPr>
            <a:spLocks noGrp="1"/>
          </p:cNvSpPr>
          <p:nvPr>
            <p:ph type="title"/>
          </p:nvPr>
        </p:nvSpPr>
        <p:spPr>
          <a:xfrm>
            <a:off x="78826" y="-24939"/>
            <a:ext cx="8218487" cy="590349"/>
          </a:xfrm>
        </p:spPr>
        <p:txBody>
          <a:bodyPr wrap="square" lIns="0" tIns="18000" rIns="0" bIns="18000" anchor="ctr">
            <a:spAutoFit/>
          </a:bodyPr>
          <a:lstStyle/>
          <a:p>
            <a:r>
              <a:rPr lang="en-US" noProof="0" dirty="0"/>
              <a:t>Figure 14</a:t>
            </a:r>
            <a:r>
              <a:rPr lang="en-US" noProof="0" dirty="0">
                <a:latin typeface="Arial" panose="020B0604020202020204" pitchFamily="34" charset="0"/>
                <a:cs typeface="Arial" panose="020B0604020202020204" pitchFamily="34" charset="0"/>
              </a:rPr>
              <a:t>–</a:t>
            </a:r>
            <a:r>
              <a:rPr lang="en-US" noProof="0" dirty="0"/>
              <a:t>1</a:t>
            </a:r>
            <a:endParaRPr lang="en-US" sz="2800" noProof="0" dirty="0"/>
          </a:p>
        </p:txBody>
      </p:sp>
      <p:sp>
        <p:nvSpPr>
          <p:cNvPr id="4" name="Content Placeholder 3">
            <a:extLst>
              <a:ext uri="{FF2B5EF4-FFF2-40B4-BE49-F238E27FC236}">
                <a16:creationId xmlns:a16="http://schemas.microsoft.com/office/drawing/2014/main" id="{70E68251-E8E4-4B5D-1BE3-1B669A0FEAD2}"/>
              </a:ext>
            </a:extLst>
          </p:cNvPr>
          <p:cNvSpPr>
            <a:spLocks noGrp="1"/>
          </p:cNvSpPr>
          <p:nvPr>
            <p:ph sz="quarter" idx="13"/>
          </p:nvPr>
        </p:nvSpPr>
        <p:spPr>
          <a:xfrm>
            <a:off x="278523" y="576585"/>
            <a:ext cx="8218486" cy="332474"/>
          </a:xfrm>
        </p:spPr>
        <p:txBody>
          <a:bodyPr wrap="square" lIns="0" tIns="18000" rIns="0" bIns="18000" anchor="ctr">
            <a:spAutoFit/>
          </a:bodyPr>
          <a:lstStyle/>
          <a:p>
            <a:pPr marL="0" indent="0">
              <a:buNone/>
            </a:pPr>
            <a:r>
              <a:rPr lang="en-US" sz="2400" noProof="0" dirty="0"/>
              <a:t>An Introduction to Brain Structures and Functions</a:t>
            </a:r>
          </a:p>
        </p:txBody>
      </p:sp>
      <p:pic>
        <p:nvPicPr>
          <p:cNvPr id="7" name="Picture 6" descr="A figure consists of six parts labeled a to f, depicting the human brain with its different parts labeled. &#10;Long description is available in notes, press F6.">
            <a:extLst>
              <a:ext uri="{FF2B5EF4-FFF2-40B4-BE49-F238E27FC236}">
                <a16:creationId xmlns:a16="http://schemas.microsoft.com/office/drawing/2014/main" id="{02E91232-1A92-F33B-8DDD-C90E933249D9}"/>
              </a:ext>
            </a:extLst>
          </p:cNvPr>
          <p:cNvPicPr>
            <a:picLocks noChangeAspect="1"/>
          </p:cNvPicPr>
          <p:nvPr/>
        </p:nvPicPr>
        <p:blipFill rotWithShape="1">
          <a:blip r:embed="rId3"/>
          <a:srcRect b="1614"/>
          <a:stretch/>
        </p:blipFill>
        <p:spPr>
          <a:xfrm>
            <a:off x="1103586" y="1026821"/>
            <a:ext cx="6726621" cy="5510613"/>
          </a:xfrm>
          <a:prstGeom prst="rect">
            <a:avLst/>
          </a:prstGeom>
        </p:spPr>
      </p:pic>
    </p:spTree>
    <p:extLst>
      <p:ext uri="{BB962C8B-B14F-4D97-AF65-F5344CB8AC3E}">
        <p14:creationId xmlns:p14="http://schemas.microsoft.com/office/powerpoint/2010/main" val="1691533453"/>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3798</TotalTime>
  <Words>969</Words>
  <Application>Microsoft Office PowerPoint</Application>
  <PresentationFormat>On-screen Show (4:3)</PresentationFormat>
  <Paragraphs>44</Paragraphs>
  <Slides>6</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6</vt:i4>
      </vt:variant>
    </vt:vector>
  </HeadingPairs>
  <TitlesOfParts>
    <vt:vector size="11" baseType="lpstr">
      <vt:lpstr>Times New Roman</vt:lpstr>
      <vt:lpstr>Arial</vt:lpstr>
      <vt:lpstr>Verdana</vt:lpstr>
      <vt:lpstr>USHE</vt:lpstr>
      <vt:lpstr>USHE_slide options</vt:lpstr>
      <vt:lpstr>Fundamentals of Anatomy &amp; Physiology</vt:lpstr>
      <vt:lpstr>Learning Outcomes (1 of 2)</vt:lpstr>
      <vt:lpstr>Learning Outcomes (2 of 2)</vt:lpstr>
      <vt:lpstr>Introduction to the Brain and Cranial Nerves</vt:lpstr>
      <vt:lpstr>14-1 The Brain (1 of 8)</vt:lpstr>
      <vt:lpstr>Figure 14–1</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Anatomy &amp; Physiology, Twelfth Edition, Chapter 14</dc:title>
  <dc:subject>Fundamentals of Anatomy and Physiology</dc:subject>
  <dc:creator>Martini, Nath and Bartholomew</dc:creator>
  <cp:keywords/>
  <dc:description/>
  <cp:lastModifiedBy>Tyler Hostetter</cp:lastModifiedBy>
  <cp:revision>355</cp:revision>
  <dcterms:modified xsi:type="dcterms:W3CDTF">2026-10-13T15:32:48Z</dcterms:modified>
</cp:coreProperties>
</file>